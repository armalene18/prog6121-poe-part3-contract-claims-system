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61" d="100"/>
          <a:sy n="61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210818-6B42-4552-B88D-05E117074B9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4C2B84-63B6-4E12-BFC4-0F08C5FDDBEE}">
      <dgm:prSet/>
      <dgm:spPr/>
      <dgm:t>
        <a:bodyPr/>
        <a:lstStyle/>
        <a:p>
          <a:r>
            <a:rPr lang="en-GB"/>
            <a:t>Role-based workflow with four users: </a:t>
          </a:r>
          <a:endParaRPr lang="en-US"/>
        </a:p>
      </dgm:t>
    </dgm:pt>
    <dgm:pt modelId="{6D8B5334-10DD-47F4-88E4-B12156B88A9C}" type="parTrans" cxnId="{B38BEE19-107E-461D-B94D-60A1438A5A05}">
      <dgm:prSet/>
      <dgm:spPr/>
      <dgm:t>
        <a:bodyPr/>
        <a:lstStyle/>
        <a:p>
          <a:endParaRPr lang="en-US"/>
        </a:p>
      </dgm:t>
    </dgm:pt>
    <dgm:pt modelId="{040565B3-A9BE-41A6-9225-9EF1FEB51034}" type="sibTrans" cxnId="{B38BEE19-107E-461D-B94D-60A1438A5A05}">
      <dgm:prSet/>
      <dgm:spPr/>
      <dgm:t>
        <a:bodyPr/>
        <a:lstStyle/>
        <a:p>
          <a:endParaRPr lang="en-US"/>
        </a:p>
      </dgm:t>
    </dgm:pt>
    <dgm:pt modelId="{2ED79A8F-5A12-44A8-A677-4B8057F68F5D}">
      <dgm:prSet/>
      <dgm:spPr/>
      <dgm:t>
        <a:bodyPr/>
        <a:lstStyle/>
        <a:p>
          <a:r>
            <a:rPr lang="en-GB"/>
            <a:t>Lecturer</a:t>
          </a:r>
          <a:endParaRPr lang="en-US"/>
        </a:p>
      </dgm:t>
    </dgm:pt>
    <dgm:pt modelId="{99EFB349-2E46-4345-B77A-51A8881CB60B}" type="parTrans" cxnId="{FCC6BA7F-8F9C-4049-A151-76C5EFEBBAD4}">
      <dgm:prSet/>
      <dgm:spPr/>
      <dgm:t>
        <a:bodyPr/>
        <a:lstStyle/>
        <a:p>
          <a:endParaRPr lang="en-US"/>
        </a:p>
      </dgm:t>
    </dgm:pt>
    <dgm:pt modelId="{BD28D97D-FF5A-4CE6-8352-4D53163F1545}" type="sibTrans" cxnId="{FCC6BA7F-8F9C-4049-A151-76C5EFEBBAD4}">
      <dgm:prSet/>
      <dgm:spPr/>
      <dgm:t>
        <a:bodyPr/>
        <a:lstStyle/>
        <a:p>
          <a:endParaRPr lang="en-US"/>
        </a:p>
      </dgm:t>
    </dgm:pt>
    <dgm:pt modelId="{42D9A343-7987-4938-988E-2BFCCA736FE9}">
      <dgm:prSet/>
      <dgm:spPr/>
      <dgm:t>
        <a:bodyPr/>
        <a:lstStyle/>
        <a:p>
          <a:r>
            <a:rPr lang="en-GB"/>
            <a:t>Coordinator</a:t>
          </a:r>
          <a:endParaRPr lang="en-US"/>
        </a:p>
      </dgm:t>
    </dgm:pt>
    <dgm:pt modelId="{78C25655-2F8E-4FFA-B209-0EAAC39A9C16}" type="parTrans" cxnId="{86BBD695-6D57-466A-AB60-BD3C437075AF}">
      <dgm:prSet/>
      <dgm:spPr/>
      <dgm:t>
        <a:bodyPr/>
        <a:lstStyle/>
        <a:p>
          <a:endParaRPr lang="en-US"/>
        </a:p>
      </dgm:t>
    </dgm:pt>
    <dgm:pt modelId="{0366A6D8-F5B7-49F5-A3F8-B925949068FE}" type="sibTrans" cxnId="{86BBD695-6D57-466A-AB60-BD3C437075AF}">
      <dgm:prSet/>
      <dgm:spPr/>
      <dgm:t>
        <a:bodyPr/>
        <a:lstStyle/>
        <a:p>
          <a:endParaRPr lang="en-US"/>
        </a:p>
      </dgm:t>
    </dgm:pt>
    <dgm:pt modelId="{2E5DC237-3087-42B9-B043-03355F756E52}">
      <dgm:prSet/>
      <dgm:spPr/>
      <dgm:t>
        <a:bodyPr/>
        <a:lstStyle/>
        <a:p>
          <a:r>
            <a:rPr lang="en-GB"/>
            <a:t>Manager</a:t>
          </a:r>
          <a:endParaRPr lang="en-US"/>
        </a:p>
      </dgm:t>
    </dgm:pt>
    <dgm:pt modelId="{24B4B9C6-9F5D-47C3-8351-FA561A49478E}" type="parTrans" cxnId="{A0439C20-9C5F-4824-9B64-80402155882A}">
      <dgm:prSet/>
      <dgm:spPr/>
      <dgm:t>
        <a:bodyPr/>
        <a:lstStyle/>
        <a:p>
          <a:endParaRPr lang="en-US"/>
        </a:p>
      </dgm:t>
    </dgm:pt>
    <dgm:pt modelId="{F7F7043E-AE0E-43FF-9836-8930C8475C90}" type="sibTrans" cxnId="{A0439C20-9C5F-4824-9B64-80402155882A}">
      <dgm:prSet/>
      <dgm:spPr/>
      <dgm:t>
        <a:bodyPr/>
        <a:lstStyle/>
        <a:p>
          <a:endParaRPr lang="en-US"/>
        </a:p>
      </dgm:t>
    </dgm:pt>
    <dgm:pt modelId="{4E44C715-31E2-47AE-B052-632FF420E66D}">
      <dgm:prSet/>
      <dgm:spPr/>
      <dgm:t>
        <a:bodyPr/>
        <a:lstStyle/>
        <a:p>
          <a:r>
            <a:rPr lang="en-GB"/>
            <a:t>HR. </a:t>
          </a:r>
          <a:endParaRPr lang="en-US"/>
        </a:p>
      </dgm:t>
    </dgm:pt>
    <dgm:pt modelId="{802BE314-01FD-4641-8828-B4A2E123FD2D}" type="parTrans" cxnId="{E8CDF9FE-70CE-4988-BC11-0B55F6CF84DB}">
      <dgm:prSet/>
      <dgm:spPr/>
      <dgm:t>
        <a:bodyPr/>
        <a:lstStyle/>
        <a:p>
          <a:endParaRPr lang="en-US"/>
        </a:p>
      </dgm:t>
    </dgm:pt>
    <dgm:pt modelId="{B9E40D47-1211-4160-91CF-0D6FCCDFA920}" type="sibTrans" cxnId="{E8CDF9FE-70CE-4988-BC11-0B55F6CF84DB}">
      <dgm:prSet/>
      <dgm:spPr/>
      <dgm:t>
        <a:bodyPr/>
        <a:lstStyle/>
        <a:p>
          <a:endParaRPr lang="en-US"/>
        </a:p>
      </dgm:t>
    </dgm:pt>
    <dgm:pt modelId="{764CD479-C70C-471D-BD7A-788B56BB08D6}">
      <dgm:prSet/>
      <dgm:spPr/>
      <dgm:t>
        <a:bodyPr/>
        <a:lstStyle/>
        <a:p>
          <a:r>
            <a:rPr lang="en-GB"/>
            <a:t>Automatic calculation of payments and status updates. </a:t>
          </a:r>
          <a:endParaRPr lang="en-US"/>
        </a:p>
      </dgm:t>
    </dgm:pt>
    <dgm:pt modelId="{C5AD896E-AE43-4C4B-B069-0EBD81269D22}" type="parTrans" cxnId="{8732389B-C8DA-41F4-A638-421B04449D5A}">
      <dgm:prSet/>
      <dgm:spPr/>
      <dgm:t>
        <a:bodyPr/>
        <a:lstStyle/>
        <a:p>
          <a:endParaRPr lang="en-US"/>
        </a:p>
      </dgm:t>
    </dgm:pt>
    <dgm:pt modelId="{32849C11-2E04-496B-A600-F48AA359263B}" type="sibTrans" cxnId="{8732389B-C8DA-41F4-A638-421B04449D5A}">
      <dgm:prSet/>
      <dgm:spPr/>
      <dgm:t>
        <a:bodyPr/>
        <a:lstStyle/>
        <a:p>
          <a:endParaRPr lang="en-US"/>
        </a:p>
      </dgm:t>
    </dgm:pt>
    <dgm:pt modelId="{81D8DCEF-5137-4E68-A610-249ADA75EA6F}">
      <dgm:prSet/>
      <dgm:spPr/>
      <dgm:t>
        <a:bodyPr/>
        <a:lstStyle/>
        <a:p>
          <a:r>
            <a:rPr lang="en-GB"/>
            <a:t>Upload and management of supporting documents. </a:t>
          </a:r>
          <a:endParaRPr lang="en-US"/>
        </a:p>
      </dgm:t>
    </dgm:pt>
    <dgm:pt modelId="{6E49C585-582C-4BFF-80CF-D148A23B169B}" type="parTrans" cxnId="{85101E3D-B4A1-434F-AAB1-F896FCBE0420}">
      <dgm:prSet/>
      <dgm:spPr/>
      <dgm:t>
        <a:bodyPr/>
        <a:lstStyle/>
        <a:p>
          <a:endParaRPr lang="en-US"/>
        </a:p>
      </dgm:t>
    </dgm:pt>
    <dgm:pt modelId="{E2C5CE32-C778-4E4E-B321-BAF09DFF6AC3}" type="sibTrans" cxnId="{85101E3D-B4A1-434F-AAB1-F896FCBE0420}">
      <dgm:prSet/>
      <dgm:spPr/>
      <dgm:t>
        <a:bodyPr/>
        <a:lstStyle/>
        <a:p>
          <a:endParaRPr lang="en-US"/>
        </a:p>
      </dgm:t>
    </dgm:pt>
    <dgm:pt modelId="{024A8441-82A9-4F29-8933-909F5D9310AB}">
      <dgm:prSet/>
      <dgm:spPr/>
      <dgm:t>
        <a:bodyPr/>
        <a:lstStyle/>
        <a:p>
          <a:r>
            <a:rPr lang="en-GB"/>
            <a:t>Dashboard provides clear summary of approved, pending, and rejected claims.</a:t>
          </a:r>
          <a:endParaRPr lang="en-US"/>
        </a:p>
      </dgm:t>
    </dgm:pt>
    <dgm:pt modelId="{0A4413DB-9705-497A-894A-4FE46E1B94F4}" type="parTrans" cxnId="{DEFB7EA7-7BE0-4D7B-B921-F69EE5701980}">
      <dgm:prSet/>
      <dgm:spPr/>
      <dgm:t>
        <a:bodyPr/>
        <a:lstStyle/>
        <a:p>
          <a:endParaRPr lang="en-US"/>
        </a:p>
      </dgm:t>
    </dgm:pt>
    <dgm:pt modelId="{DCE5E7A9-F79A-4DAF-8F95-EB4590173B71}" type="sibTrans" cxnId="{DEFB7EA7-7BE0-4D7B-B921-F69EE5701980}">
      <dgm:prSet/>
      <dgm:spPr/>
      <dgm:t>
        <a:bodyPr/>
        <a:lstStyle/>
        <a:p>
          <a:endParaRPr lang="en-US"/>
        </a:p>
      </dgm:t>
    </dgm:pt>
    <dgm:pt modelId="{5E6D8DB9-25E6-4503-9A08-3C5439CA8F13}" type="pres">
      <dgm:prSet presAssocID="{4B210818-6B42-4552-B88D-05E117074B92}" presName="root" presStyleCnt="0">
        <dgm:presLayoutVars>
          <dgm:dir/>
          <dgm:resizeHandles val="exact"/>
        </dgm:presLayoutVars>
      </dgm:prSet>
      <dgm:spPr/>
    </dgm:pt>
    <dgm:pt modelId="{EF82DA79-A18A-4E53-8C5A-0E54139A30B8}" type="pres">
      <dgm:prSet presAssocID="{AE4C2B84-63B6-4E12-BFC4-0F08C5FDDBEE}" presName="compNode" presStyleCnt="0"/>
      <dgm:spPr/>
    </dgm:pt>
    <dgm:pt modelId="{4D59D370-EE0E-4541-A97E-5DDFC259C2CA}" type="pres">
      <dgm:prSet presAssocID="{AE4C2B84-63B6-4E12-BFC4-0F08C5FDDBEE}" presName="bgRect" presStyleLbl="bgShp" presStyleIdx="0" presStyleCnt="4"/>
      <dgm:spPr/>
    </dgm:pt>
    <dgm:pt modelId="{924C7C12-9A1B-4D4A-923A-0398EBBB62C6}" type="pres">
      <dgm:prSet presAssocID="{AE4C2B84-63B6-4E12-BFC4-0F08C5FDDBE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7DEDB407-5B88-4180-AF46-AB231B6920DB}" type="pres">
      <dgm:prSet presAssocID="{AE4C2B84-63B6-4E12-BFC4-0F08C5FDDBEE}" presName="spaceRect" presStyleCnt="0"/>
      <dgm:spPr/>
    </dgm:pt>
    <dgm:pt modelId="{9F898DE8-45AA-47BB-B569-3D54575CCDBA}" type="pres">
      <dgm:prSet presAssocID="{AE4C2B84-63B6-4E12-BFC4-0F08C5FDDBEE}" presName="parTx" presStyleLbl="revTx" presStyleIdx="0" presStyleCnt="5">
        <dgm:presLayoutVars>
          <dgm:chMax val="0"/>
          <dgm:chPref val="0"/>
        </dgm:presLayoutVars>
      </dgm:prSet>
      <dgm:spPr/>
    </dgm:pt>
    <dgm:pt modelId="{2A371269-02E1-4729-9E82-79B8D2AAFB7D}" type="pres">
      <dgm:prSet presAssocID="{AE4C2B84-63B6-4E12-BFC4-0F08C5FDDBEE}" presName="desTx" presStyleLbl="revTx" presStyleIdx="1" presStyleCnt="5">
        <dgm:presLayoutVars/>
      </dgm:prSet>
      <dgm:spPr/>
    </dgm:pt>
    <dgm:pt modelId="{B6734462-A992-4F69-ABBD-2A4ABB5C652F}" type="pres">
      <dgm:prSet presAssocID="{040565B3-A9BE-41A6-9225-9EF1FEB51034}" presName="sibTrans" presStyleCnt="0"/>
      <dgm:spPr/>
    </dgm:pt>
    <dgm:pt modelId="{6EFDCFE4-DC77-4929-A780-816AA41160D0}" type="pres">
      <dgm:prSet presAssocID="{764CD479-C70C-471D-BD7A-788B56BB08D6}" presName="compNode" presStyleCnt="0"/>
      <dgm:spPr/>
    </dgm:pt>
    <dgm:pt modelId="{B93244E7-24FB-4F8D-B2C5-403829289698}" type="pres">
      <dgm:prSet presAssocID="{764CD479-C70C-471D-BD7A-788B56BB08D6}" presName="bgRect" presStyleLbl="bgShp" presStyleIdx="1" presStyleCnt="4"/>
      <dgm:spPr/>
    </dgm:pt>
    <dgm:pt modelId="{9AC2AAE3-1646-48AB-90DF-2C8D38CAC6A9}" type="pres">
      <dgm:prSet presAssocID="{764CD479-C70C-471D-BD7A-788B56BB08D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A4A135CF-BAD5-46C4-877B-8C46D1672D02}" type="pres">
      <dgm:prSet presAssocID="{764CD479-C70C-471D-BD7A-788B56BB08D6}" presName="spaceRect" presStyleCnt="0"/>
      <dgm:spPr/>
    </dgm:pt>
    <dgm:pt modelId="{62E6969A-998C-4FED-A208-A22C3FF59CFA}" type="pres">
      <dgm:prSet presAssocID="{764CD479-C70C-471D-BD7A-788B56BB08D6}" presName="parTx" presStyleLbl="revTx" presStyleIdx="2" presStyleCnt="5">
        <dgm:presLayoutVars>
          <dgm:chMax val="0"/>
          <dgm:chPref val="0"/>
        </dgm:presLayoutVars>
      </dgm:prSet>
      <dgm:spPr/>
    </dgm:pt>
    <dgm:pt modelId="{EAD082F1-5260-459C-87A4-BCBAEF1AC4B9}" type="pres">
      <dgm:prSet presAssocID="{32849C11-2E04-496B-A600-F48AA359263B}" presName="sibTrans" presStyleCnt="0"/>
      <dgm:spPr/>
    </dgm:pt>
    <dgm:pt modelId="{EF51431E-6562-45CB-BFA2-38F2522E4315}" type="pres">
      <dgm:prSet presAssocID="{81D8DCEF-5137-4E68-A610-249ADA75EA6F}" presName="compNode" presStyleCnt="0"/>
      <dgm:spPr/>
    </dgm:pt>
    <dgm:pt modelId="{5D014043-9B42-4D35-81CE-38D9F7621121}" type="pres">
      <dgm:prSet presAssocID="{81D8DCEF-5137-4E68-A610-249ADA75EA6F}" presName="bgRect" presStyleLbl="bgShp" presStyleIdx="2" presStyleCnt="4"/>
      <dgm:spPr/>
    </dgm:pt>
    <dgm:pt modelId="{0F8D9FFF-82CF-483C-8EA1-91F0E823339F}" type="pres">
      <dgm:prSet presAssocID="{81D8DCEF-5137-4E68-A610-249ADA75EA6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8E4EA46-3615-4768-9FF3-CA8CBE9F3F4E}" type="pres">
      <dgm:prSet presAssocID="{81D8DCEF-5137-4E68-A610-249ADA75EA6F}" presName="spaceRect" presStyleCnt="0"/>
      <dgm:spPr/>
    </dgm:pt>
    <dgm:pt modelId="{7B3DD2B4-B2A6-435D-89E3-C9337673337D}" type="pres">
      <dgm:prSet presAssocID="{81D8DCEF-5137-4E68-A610-249ADA75EA6F}" presName="parTx" presStyleLbl="revTx" presStyleIdx="3" presStyleCnt="5">
        <dgm:presLayoutVars>
          <dgm:chMax val="0"/>
          <dgm:chPref val="0"/>
        </dgm:presLayoutVars>
      </dgm:prSet>
      <dgm:spPr/>
    </dgm:pt>
    <dgm:pt modelId="{40214878-4674-4B3F-B842-9941F4F8836E}" type="pres">
      <dgm:prSet presAssocID="{E2C5CE32-C778-4E4E-B321-BAF09DFF6AC3}" presName="sibTrans" presStyleCnt="0"/>
      <dgm:spPr/>
    </dgm:pt>
    <dgm:pt modelId="{5655E79B-9F71-4687-B676-CCE62254013E}" type="pres">
      <dgm:prSet presAssocID="{024A8441-82A9-4F29-8933-909F5D9310AB}" presName="compNode" presStyleCnt="0"/>
      <dgm:spPr/>
    </dgm:pt>
    <dgm:pt modelId="{C484BE90-E692-4851-8641-BC0B730636DF}" type="pres">
      <dgm:prSet presAssocID="{024A8441-82A9-4F29-8933-909F5D9310AB}" presName="bgRect" presStyleLbl="bgShp" presStyleIdx="3" presStyleCnt="4"/>
      <dgm:spPr/>
    </dgm:pt>
    <dgm:pt modelId="{6AABC28D-DD01-41E3-86C1-DAE37EE269A6}" type="pres">
      <dgm:prSet presAssocID="{024A8441-82A9-4F29-8933-909F5D9310A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14BD8A1-8DFF-4361-AC9F-DAB66858505F}" type="pres">
      <dgm:prSet presAssocID="{024A8441-82A9-4F29-8933-909F5D9310AB}" presName="spaceRect" presStyleCnt="0"/>
      <dgm:spPr/>
    </dgm:pt>
    <dgm:pt modelId="{506E47A9-B0D3-4919-BA9A-060A91D992CF}" type="pres">
      <dgm:prSet presAssocID="{024A8441-82A9-4F29-8933-909F5D9310A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7C33809-180C-4095-8426-50CD2CF37B6F}" type="presOf" srcId="{024A8441-82A9-4F29-8933-909F5D9310AB}" destId="{506E47A9-B0D3-4919-BA9A-060A91D992CF}" srcOrd="0" destOrd="0" presId="urn:microsoft.com/office/officeart/2018/2/layout/IconVerticalSolidList"/>
    <dgm:cxn modelId="{B38BEE19-107E-461D-B94D-60A1438A5A05}" srcId="{4B210818-6B42-4552-B88D-05E117074B92}" destId="{AE4C2B84-63B6-4E12-BFC4-0F08C5FDDBEE}" srcOrd="0" destOrd="0" parTransId="{6D8B5334-10DD-47F4-88E4-B12156B88A9C}" sibTransId="{040565B3-A9BE-41A6-9225-9EF1FEB51034}"/>
    <dgm:cxn modelId="{4EDD771D-3E9C-4985-9FAF-24455D8AEDBB}" type="presOf" srcId="{4B210818-6B42-4552-B88D-05E117074B92}" destId="{5E6D8DB9-25E6-4503-9A08-3C5439CA8F13}" srcOrd="0" destOrd="0" presId="urn:microsoft.com/office/officeart/2018/2/layout/IconVerticalSolidList"/>
    <dgm:cxn modelId="{A0439C20-9C5F-4824-9B64-80402155882A}" srcId="{AE4C2B84-63B6-4E12-BFC4-0F08C5FDDBEE}" destId="{2E5DC237-3087-42B9-B043-03355F756E52}" srcOrd="2" destOrd="0" parTransId="{24B4B9C6-9F5D-47C3-8351-FA561A49478E}" sibTransId="{F7F7043E-AE0E-43FF-9836-8930C8475C90}"/>
    <dgm:cxn modelId="{4B2BBF32-A6FC-4D1A-93EC-6CCFBAD1AA5F}" type="presOf" srcId="{764CD479-C70C-471D-BD7A-788B56BB08D6}" destId="{62E6969A-998C-4FED-A208-A22C3FF59CFA}" srcOrd="0" destOrd="0" presId="urn:microsoft.com/office/officeart/2018/2/layout/IconVerticalSolidList"/>
    <dgm:cxn modelId="{85101E3D-B4A1-434F-AAB1-F896FCBE0420}" srcId="{4B210818-6B42-4552-B88D-05E117074B92}" destId="{81D8DCEF-5137-4E68-A610-249ADA75EA6F}" srcOrd="2" destOrd="0" parTransId="{6E49C585-582C-4BFF-80CF-D148A23B169B}" sibTransId="{E2C5CE32-C778-4E4E-B321-BAF09DFF6AC3}"/>
    <dgm:cxn modelId="{A16AB052-22E8-4FE1-8001-8A56DAE75795}" type="presOf" srcId="{42D9A343-7987-4938-988E-2BFCCA736FE9}" destId="{2A371269-02E1-4729-9E82-79B8D2AAFB7D}" srcOrd="0" destOrd="1" presId="urn:microsoft.com/office/officeart/2018/2/layout/IconVerticalSolidList"/>
    <dgm:cxn modelId="{FCC6BA7F-8F9C-4049-A151-76C5EFEBBAD4}" srcId="{AE4C2B84-63B6-4E12-BFC4-0F08C5FDDBEE}" destId="{2ED79A8F-5A12-44A8-A677-4B8057F68F5D}" srcOrd="0" destOrd="0" parTransId="{99EFB349-2E46-4345-B77A-51A8881CB60B}" sibTransId="{BD28D97D-FF5A-4CE6-8352-4D53163F1545}"/>
    <dgm:cxn modelId="{44ED2186-5CFD-411F-9312-464D1B275C5E}" type="presOf" srcId="{2ED79A8F-5A12-44A8-A677-4B8057F68F5D}" destId="{2A371269-02E1-4729-9E82-79B8D2AAFB7D}" srcOrd="0" destOrd="0" presId="urn:microsoft.com/office/officeart/2018/2/layout/IconVerticalSolidList"/>
    <dgm:cxn modelId="{86BBD695-6D57-466A-AB60-BD3C437075AF}" srcId="{AE4C2B84-63B6-4E12-BFC4-0F08C5FDDBEE}" destId="{42D9A343-7987-4938-988E-2BFCCA736FE9}" srcOrd="1" destOrd="0" parTransId="{78C25655-2F8E-4FFA-B209-0EAAC39A9C16}" sibTransId="{0366A6D8-F5B7-49F5-A3F8-B925949068FE}"/>
    <dgm:cxn modelId="{8732389B-C8DA-41F4-A638-421B04449D5A}" srcId="{4B210818-6B42-4552-B88D-05E117074B92}" destId="{764CD479-C70C-471D-BD7A-788B56BB08D6}" srcOrd="1" destOrd="0" parTransId="{C5AD896E-AE43-4C4B-B069-0EBD81269D22}" sibTransId="{32849C11-2E04-496B-A600-F48AA359263B}"/>
    <dgm:cxn modelId="{DEFB7EA7-7BE0-4D7B-B921-F69EE5701980}" srcId="{4B210818-6B42-4552-B88D-05E117074B92}" destId="{024A8441-82A9-4F29-8933-909F5D9310AB}" srcOrd="3" destOrd="0" parTransId="{0A4413DB-9705-497A-894A-4FE46E1B94F4}" sibTransId="{DCE5E7A9-F79A-4DAF-8F95-EB4590173B71}"/>
    <dgm:cxn modelId="{491100BE-4E48-4265-9CC5-22DA8A29EF43}" type="presOf" srcId="{4E44C715-31E2-47AE-B052-632FF420E66D}" destId="{2A371269-02E1-4729-9E82-79B8D2AAFB7D}" srcOrd="0" destOrd="3" presId="urn:microsoft.com/office/officeart/2018/2/layout/IconVerticalSolidList"/>
    <dgm:cxn modelId="{04815CCB-3A76-43E3-AC6A-9A14838EE380}" type="presOf" srcId="{AE4C2B84-63B6-4E12-BFC4-0F08C5FDDBEE}" destId="{9F898DE8-45AA-47BB-B569-3D54575CCDBA}" srcOrd="0" destOrd="0" presId="urn:microsoft.com/office/officeart/2018/2/layout/IconVerticalSolidList"/>
    <dgm:cxn modelId="{F783B1D5-4699-45EE-B7D3-18108BC823B6}" type="presOf" srcId="{81D8DCEF-5137-4E68-A610-249ADA75EA6F}" destId="{7B3DD2B4-B2A6-435D-89E3-C9337673337D}" srcOrd="0" destOrd="0" presId="urn:microsoft.com/office/officeart/2018/2/layout/IconVerticalSolidList"/>
    <dgm:cxn modelId="{89E938FC-4008-4941-9D75-460057A8B205}" type="presOf" srcId="{2E5DC237-3087-42B9-B043-03355F756E52}" destId="{2A371269-02E1-4729-9E82-79B8D2AAFB7D}" srcOrd="0" destOrd="2" presId="urn:microsoft.com/office/officeart/2018/2/layout/IconVerticalSolidList"/>
    <dgm:cxn modelId="{E8CDF9FE-70CE-4988-BC11-0B55F6CF84DB}" srcId="{AE4C2B84-63B6-4E12-BFC4-0F08C5FDDBEE}" destId="{4E44C715-31E2-47AE-B052-632FF420E66D}" srcOrd="3" destOrd="0" parTransId="{802BE314-01FD-4641-8828-B4A2E123FD2D}" sibTransId="{B9E40D47-1211-4160-91CF-0D6FCCDFA920}"/>
    <dgm:cxn modelId="{72701B3E-AFE1-45BC-A6C5-B067EB0487E2}" type="presParOf" srcId="{5E6D8DB9-25E6-4503-9A08-3C5439CA8F13}" destId="{EF82DA79-A18A-4E53-8C5A-0E54139A30B8}" srcOrd="0" destOrd="0" presId="urn:microsoft.com/office/officeart/2018/2/layout/IconVerticalSolidList"/>
    <dgm:cxn modelId="{F9578015-E31B-47F0-8380-8A240651FE43}" type="presParOf" srcId="{EF82DA79-A18A-4E53-8C5A-0E54139A30B8}" destId="{4D59D370-EE0E-4541-A97E-5DDFC259C2CA}" srcOrd="0" destOrd="0" presId="urn:microsoft.com/office/officeart/2018/2/layout/IconVerticalSolidList"/>
    <dgm:cxn modelId="{D6FFC9EA-D571-485B-B392-0B0A7E33D049}" type="presParOf" srcId="{EF82DA79-A18A-4E53-8C5A-0E54139A30B8}" destId="{924C7C12-9A1B-4D4A-923A-0398EBBB62C6}" srcOrd="1" destOrd="0" presId="urn:microsoft.com/office/officeart/2018/2/layout/IconVerticalSolidList"/>
    <dgm:cxn modelId="{869F034D-F9CB-48D8-BF03-FFADA9DE6A3B}" type="presParOf" srcId="{EF82DA79-A18A-4E53-8C5A-0E54139A30B8}" destId="{7DEDB407-5B88-4180-AF46-AB231B6920DB}" srcOrd="2" destOrd="0" presId="urn:microsoft.com/office/officeart/2018/2/layout/IconVerticalSolidList"/>
    <dgm:cxn modelId="{6E561539-6B1C-4162-99BB-D74140E24A99}" type="presParOf" srcId="{EF82DA79-A18A-4E53-8C5A-0E54139A30B8}" destId="{9F898DE8-45AA-47BB-B569-3D54575CCDBA}" srcOrd="3" destOrd="0" presId="urn:microsoft.com/office/officeart/2018/2/layout/IconVerticalSolidList"/>
    <dgm:cxn modelId="{E230C354-3FD9-4A40-B5A8-1045E2A4DDB5}" type="presParOf" srcId="{EF82DA79-A18A-4E53-8C5A-0E54139A30B8}" destId="{2A371269-02E1-4729-9E82-79B8D2AAFB7D}" srcOrd="4" destOrd="0" presId="urn:microsoft.com/office/officeart/2018/2/layout/IconVerticalSolidList"/>
    <dgm:cxn modelId="{9DE29D76-08BA-429E-AC55-CD134D7D90DF}" type="presParOf" srcId="{5E6D8DB9-25E6-4503-9A08-3C5439CA8F13}" destId="{B6734462-A992-4F69-ABBD-2A4ABB5C652F}" srcOrd="1" destOrd="0" presId="urn:microsoft.com/office/officeart/2018/2/layout/IconVerticalSolidList"/>
    <dgm:cxn modelId="{FBDB28EE-0ED2-47F7-97C6-65FF7E9CDF7B}" type="presParOf" srcId="{5E6D8DB9-25E6-4503-9A08-3C5439CA8F13}" destId="{6EFDCFE4-DC77-4929-A780-816AA41160D0}" srcOrd="2" destOrd="0" presId="urn:microsoft.com/office/officeart/2018/2/layout/IconVerticalSolidList"/>
    <dgm:cxn modelId="{F769C632-6BA0-421E-8615-D66B150B8C47}" type="presParOf" srcId="{6EFDCFE4-DC77-4929-A780-816AA41160D0}" destId="{B93244E7-24FB-4F8D-B2C5-403829289698}" srcOrd="0" destOrd="0" presId="urn:microsoft.com/office/officeart/2018/2/layout/IconVerticalSolidList"/>
    <dgm:cxn modelId="{7338B116-1560-429E-93CC-07AB261952BA}" type="presParOf" srcId="{6EFDCFE4-DC77-4929-A780-816AA41160D0}" destId="{9AC2AAE3-1646-48AB-90DF-2C8D38CAC6A9}" srcOrd="1" destOrd="0" presId="urn:microsoft.com/office/officeart/2018/2/layout/IconVerticalSolidList"/>
    <dgm:cxn modelId="{998018F3-205E-4905-94B6-28873FA272E6}" type="presParOf" srcId="{6EFDCFE4-DC77-4929-A780-816AA41160D0}" destId="{A4A135CF-BAD5-46C4-877B-8C46D1672D02}" srcOrd="2" destOrd="0" presId="urn:microsoft.com/office/officeart/2018/2/layout/IconVerticalSolidList"/>
    <dgm:cxn modelId="{1084F2F6-E069-433A-9909-B166871F0FDE}" type="presParOf" srcId="{6EFDCFE4-DC77-4929-A780-816AA41160D0}" destId="{62E6969A-998C-4FED-A208-A22C3FF59CFA}" srcOrd="3" destOrd="0" presId="urn:microsoft.com/office/officeart/2018/2/layout/IconVerticalSolidList"/>
    <dgm:cxn modelId="{B40B6E8E-B95A-4024-A271-301C1C6DD7A4}" type="presParOf" srcId="{5E6D8DB9-25E6-4503-9A08-3C5439CA8F13}" destId="{EAD082F1-5260-459C-87A4-BCBAEF1AC4B9}" srcOrd="3" destOrd="0" presId="urn:microsoft.com/office/officeart/2018/2/layout/IconVerticalSolidList"/>
    <dgm:cxn modelId="{22107DBF-0792-4061-BE26-59FBD01DC706}" type="presParOf" srcId="{5E6D8DB9-25E6-4503-9A08-3C5439CA8F13}" destId="{EF51431E-6562-45CB-BFA2-38F2522E4315}" srcOrd="4" destOrd="0" presId="urn:microsoft.com/office/officeart/2018/2/layout/IconVerticalSolidList"/>
    <dgm:cxn modelId="{C28859BC-44A9-4A61-AFA3-73D4630D36BD}" type="presParOf" srcId="{EF51431E-6562-45CB-BFA2-38F2522E4315}" destId="{5D014043-9B42-4D35-81CE-38D9F7621121}" srcOrd="0" destOrd="0" presId="urn:microsoft.com/office/officeart/2018/2/layout/IconVerticalSolidList"/>
    <dgm:cxn modelId="{54B6907D-6A5B-4028-B221-9D45076D637D}" type="presParOf" srcId="{EF51431E-6562-45CB-BFA2-38F2522E4315}" destId="{0F8D9FFF-82CF-483C-8EA1-91F0E823339F}" srcOrd="1" destOrd="0" presId="urn:microsoft.com/office/officeart/2018/2/layout/IconVerticalSolidList"/>
    <dgm:cxn modelId="{50968E4A-D2A5-4586-8DE3-A83317D7FB29}" type="presParOf" srcId="{EF51431E-6562-45CB-BFA2-38F2522E4315}" destId="{68E4EA46-3615-4768-9FF3-CA8CBE9F3F4E}" srcOrd="2" destOrd="0" presId="urn:microsoft.com/office/officeart/2018/2/layout/IconVerticalSolidList"/>
    <dgm:cxn modelId="{5A3206F1-E82D-4DC0-A245-8075975D0E2F}" type="presParOf" srcId="{EF51431E-6562-45CB-BFA2-38F2522E4315}" destId="{7B3DD2B4-B2A6-435D-89E3-C9337673337D}" srcOrd="3" destOrd="0" presId="urn:microsoft.com/office/officeart/2018/2/layout/IconVerticalSolidList"/>
    <dgm:cxn modelId="{5CC43758-0E3C-4D34-B24B-4EB2B0BFEB7D}" type="presParOf" srcId="{5E6D8DB9-25E6-4503-9A08-3C5439CA8F13}" destId="{40214878-4674-4B3F-B842-9941F4F8836E}" srcOrd="5" destOrd="0" presId="urn:microsoft.com/office/officeart/2018/2/layout/IconVerticalSolidList"/>
    <dgm:cxn modelId="{3C5B1FD9-A35E-4592-9C76-EB3E7AF3E400}" type="presParOf" srcId="{5E6D8DB9-25E6-4503-9A08-3C5439CA8F13}" destId="{5655E79B-9F71-4687-B676-CCE62254013E}" srcOrd="6" destOrd="0" presId="urn:microsoft.com/office/officeart/2018/2/layout/IconVerticalSolidList"/>
    <dgm:cxn modelId="{C96F4354-4133-4B3B-9C56-A69D7CA742AE}" type="presParOf" srcId="{5655E79B-9F71-4687-B676-CCE62254013E}" destId="{C484BE90-E692-4851-8641-BC0B730636DF}" srcOrd="0" destOrd="0" presId="urn:microsoft.com/office/officeart/2018/2/layout/IconVerticalSolidList"/>
    <dgm:cxn modelId="{6576C1F2-04F8-4A2A-A1D9-3EB7D9BE4727}" type="presParOf" srcId="{5655E79B-9F71-4687-B676-CCE62254013E}" destId="{6AABC28D-DD01-41E3-86C1-DAE37EE269A6}" srcOrd="1" destOrd="0" presId="urn:microsoft.com/office/officeart/2018/2/layout/IconVerticalSolidList"/>
    <dgm:cxn modelId="{6227ABAC-185A-4015-BD03-7EE884E1E999}" type="presParOf" srcId="{5655E79B-9F71-4687-B676-CCE62254013E}" destId="{D14BD8A1-8DFF-4361-AC9F-DAB66858505F}" srcOrd="2" destOrd="0" presId="urn:microsoft.com/office/officeart/2018/2/layout/IconVerticalSolidList"/>
    <dgm:cxn modelId="{77AAA1DA-61CC-4B3C-9B4F-94787C5CBFFB}" type="presParOf" srcId="{5655E79B-9F71-4687-B676-CCE62254013E}" destId="{506E47A9-B0D3-4919-BA9A-060A91D992C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299A7B-6228-4A9D-9F5C-34EBFCBFA7E5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AA919A6-5091-4744-8553-17D5F238DE96}">
      <dgm:prSet/>
      <dgm:spPr/>
      <dgm:t>
        <a:bodyPr/>
        <a:lstStyle/>
        <a:p>
          <a:r>
            <a:rPr lang="en-US" b="0" i="0" baseline="0"/>
            <a:t>Improved </a:t>
          </a:r>
          <a:r>
            <a:rPr lang="en-US" b="1" i="0" baseline="0"/>
            <a:t>UI and design</a:t>
          </a:r>
          <a:r>
            <a:rPr lang="en-US" b="0" i="0" baseline="0"/>
            <a:t>: colour-coded dashboard, clear buttons, modern layout.</a:t>
          </a:r>
          <a:endParaRPr lang="en-US"/>
        </a:p>
      </dgm:t>
    </dgm:pt>
    <dgm:pt modelId="{BA0C441A-EE54-467E-8BEA-08578053E563}" type="parTrans" cxnId="{3149EEC3-D55A-4F5C-97CA-1146C52D1392}">
      <dgm:prSet/>
      <dgm:spPr/>
      <dgm:t>
        <a:bodyPr/>
        <a:lstStyle/>
        <a:p>
          <a:endParaRPr lang="en-US"/>
        </a:p>
      </dgm:t>
    </dgm:pt>
    <dgm:pt modelId="{7C4C6BB3-0669-4D4D-B709-612D06DE21D0}" type="sibTrans" cxnId="{3149EEC3-D55A-4F5C-97CA-1146C52D1392}">
      <dgm:prSet/>
      <dgm:spPr/>
      <dgm:t>
        <a:bodyPr/>
        <a:lstStyle/>
        <a:p>
          <a:endParaRPr lang="en-US"/>
        </a:p>
      </dgm:t>
    </dgm:pt>
    <dgm:pt modelId="{E9620BBD-7ECB-4099-BC5C-7438F6C58811}">
      <dgm:prSet/>
      <dgm:spPr/>
      <dgm:t>
        <a:bodyPr/>
        <a:lstStyle/>
        <a:p>
          <a:r>
            <a:rPr lang="en-US" i="0" baseline="0"/>
            <a:t>Added role-based login system.</a:t>
          </a:r>
          <a:endParaRPr lang="en-US"/>
        </a:p>
      </dgm:t>
    </dgm:pt>
    <dgm:pt modelId="{1D378100-44A2-4CF9-BAA3-4701DE9E66A8}" type="parTrans" cxnId="{19012CA8-FD7F-46A1-8CBD-1DFFBEB524ED}">
      <dgm:prSet/>
      <dgm:spPr/>
      <dgm:t>
        <a:bodyPr/>
        <a:lstStyle/>
        <a:p>
          <a:endParaRPr lang="en-US"/>
        </a:p>
      </dgm:t>
    </dgm:pt>
    <dgm:pt modelId="{B6A5A283-6CA0-42EA-8C11-5D8D42625DB7}" type="sibTrans" cxnId="{19012CA8-FD7F-46A1-8CBD-1DFFBEB524ED}">
      <dgm:prSet/>
      <dgm:spPr/>
      <dgm:t>
        <a:bodyPr/>
        <a:lstStyle/>
        <a:p>
          <a:endParaRPr lang="en-US"/>
        </a:p>
      </dgm:t>
    </dgm:pt>
    <dgm:pt modelId="{EFE842FC-AA0B-4946-98B8-4DF0E6575F6C}">
      <dgm:prSet/>
      <dgm:spPr/>
      <dgm:t>
        <a:bodyPr/>
        <a:lstStyle/>
        <a:p>
          <a:r>
            <a:rPr lang="en-US" i="0" baseline="0"/>
            <a:t>Implemented validation and error handling.</a:t>
          </a:r>
          <a:endParaRPr lang="en-US"/>
        </a:p>
      </dgm:t>
    </dgm:pt>
    <dgm:pt modelId="{E183F241-7F17-4A17-BD8A-8CEBB7395A2E}" type="parTrans" cxnId="{184F236F-BF45-4347-89D0-B8D645CE364C}">
      <dgm:prSet/>
      <dgm:spPr/>
      <dgm:t>
        <a:bodyPr/>
        <a:lstStyle/>
        <a:p>
          <a:endParaRPr lang="en-US"/>
        </a:p>
      </dgm:t>
    </dgm:pt>
    <dgm:pt modelId="{22BDF433-B69A-408B-B73C-7C54F558A06D}" type="sibTrans" cxnId="{184F236F-BF45-4347-89D0-B8D645CE364C}">
      <dgm:prSet/>
      <dgm:spPr/>
      <dgm:t>
        <a:bodyPr/>
        <a:lstStyle/>
        <a:p>
          <a:endParaRPr lang="en-US"/>
        </a:p>
      </dgm:t>
    </dgm:pt>
    <dgm:pt modelId="{8C1C9DE2-8C48-427B-B6F2-D9AE6A3412EC}">
      <dgm:prSet/>
      <dgm:spPr/>
      <dgm:t>
        <a:bodyPr/>
        <a:lstStyle/>
        <a:p>
          <a:r>
            <a:rPr lang="en-US" i="0" baseline="0"/>
            <a:t>Enhanced workflow automation: auto-calculation, claim tracking, approvals.</a:t>
          </a:r>
          <a:endParaRPr lang="en-US"/>
        </a:p>
      </dgm:t>
    </dgm:pt>
    <dgm:pt modelId="{7859E55D-8EA0-45EF-83EF-347B37C1F735}" type="parTrans" cxnId="{3EA593F8-C766-4FF5-BA32-A138D1A6C212}">
      <dgm:prSet/>
      <dgm:spPr/>
      <dgm:t>
        <a:bodyPr/>
        <a:lstStyle/>
        <a:p>
          <a:endParaRPr lang="en-US"/>
        </a:p>
      </dgm:t>
    </dgm:pt>
    <dgm:pt modelId="{AB003EEF-415C-404D-8573-B9A6CFD09958}" type="sibTrans" cxnId="{3EA593F8-C766-4FF5-BA32-A138D1A6C212}">
      <dgm:prSet/>
      <dgm:spPr/>
      <dgm:t>
        <a:bodyPr/>
        <a:lstStyle/>
        <a:p>
          <a:endParaRPr lang="en-US"/>
        </a:p>
      </dgm:t>
    </dgm:pt>
    <dgm:pt modelId="{8F6F48C0-256B-4B69-9F2B-FBFE79E8FC55}" type="pres">
      <dgm:prSet presAssocID="{56299A7B-6228-4A9D-9F5C-34EBFCBFA7E5}" presName="outerComposite" presStyleCnt="0">
        <dgm:presLayoutVars>
          <dgm:chMax val="5"/>
          <dgm:dir/>
          <dgm:resizeHandles val="exact"/>
        </dgm:presLayoutVars>
      </dgm:prSet>
      <dgm:spPr/>
    </dgm:pt>
    <dgm:pt modelId="{AD9B647A-DFF6-41CC-982E-F0ADB9AF0879}" type="pres">
      <dgm:prSet presAssocID="{56299A7B-6228-4A9D-9F5C-34EBFCBFA7E5}" presName="dummyMaxCanvas" presStyleCnt="0">
        <dgm:presLayoutVars/>
      </dgm:prSet>
      <dgm:spPr/>
    </dgm:pt>
    <dgm:pt modelId="{F3B12016-2A63-428D-A367-7604ADB1390D}" type="pres">
      <dgm:prSet presAssocID="{56299A7B-6228-4A9D-9F5C-34EBFCBFA7E5}" presName="FourNodes_1" presStyleLbl="node1" presStyleIdx="0" presStyleCnt="4">
        <dgm:presLayoutVars>
          <dgm:bulletEnabled val="1"/>
        </dgm:presLayoutVars>
      </dgm:prSet>
      <dgm:spPr/>
    </dgm:pt>
    <dgm:pt modelId="{8A9CC5D4-FB1B-43D1-AF63-364B23EB7E17}" type="pres">
      <dgm:prSet presAssocID="{56299A7B-6228-4A9D-9F5C-34EBFCBFA7E5}" presName="FourNodes_2" presStyleLbl="node1" presStyleIdx="1" presStyleCnt="4">
        <dgm:presLayoutVars>
          <dgm:bulletEnabled val="1"/>
        </dgm:presLayoutVars>
      </dgm:prSet>
      <dgm:spPr/>
    </dgm:pt>
    <dgm:pt modelId="{88A97395-60F2-4E75-8E5A-7B0B5A6FB629}" type="pres">
      <dgm:prSet presAssocID="{56299A7B-6228-4A9D-9F5C-34EBFCBFA7E5}" presName="FourNodes_3" presStyleLbl="node1" presStyleIdx="2" presStyleCnt="4">
        <dgm:presLayoutVars>
          <dgm:bulletEnabled val="1"/>
        </dgm:presLayoutVars>
      </dgm:prSet>
      <dgm:spPr/>
    </dgm:pt>
    <dgm:pt modelId="{9419C29F-785A-4E64-A446-702AAE672891}" type="pres">
      <dgm:prSet presAssocID="{56299A7B-6228-4A9D-9F5C-34EBFCBFA7E5}" presName="FourNodes_4" presStyleLbl="node1" presStyleIdx="3" presStyleCnt="4">
        <dgm:presLayoutVars>
          <dgm:bulletEnabled val="1"/>
        </dgm:presLayoutVars>
      </dgm:prSet>
      <dgm:spPr/>
    </dgm:pt>
    <dgm:pt modelId="{832A17BB-FEF3-400C-B1B9-40C1C8C8A87B}" type="pres">
      <dgm:prSet presAssocID="{56299A7B-6228-4A9D-9F5C-34EBFCBFA7E5}" presName="FourConn_1-2" presStyleLbl="fgAccFollowNode1" presStyleIdx="0" presStyleCnt="3">
        <dgm:presLayoutVars>
          <dgm:bulletEnabled val="1"/>
        </dgm:presLayoutVars>
      </dgm:prSet>
      <dgm:spPr/>
    </dgm:pt>
    <dgm:pt modelId="{123B63A3-DA32-47AE-A714-FFE2144223AA}" type="pres">
      <dgm:prSet presAssocID="{56299A7B-6228-4A9D-9F5C-34EBFCBFA7E5}" presName="FourConn_2-3" presStyleLbl="fgAccFollowNode1" presStyleIdx="1" presStyleCnt="3">
        <dgm:presLayoutVars>
          <dgm:bulletEnabled val="1"/>
        </dgm:presLayoutVars>
      </dgm:prSet>
      <dgm:spPr/>
    </dgm:pt>
    <dgm:pt modelId="{7EAC7FA7-C8E2-45B4-B2B3-FD15F7A8A063}" type="pres">
      <dgm:prSet presAssocID="{56299A7B-6228-4A9D-9F5C-34EBFCBFA7E5}" presName="FourConn_3-4" presStyleLbl="fgAccFollowNode1" presStyleIdx="2" presStyleCnt="3">
        <dgm:presLayoutVars>
          <dgm:bulletEnabled val="1"/>
        </dgm:presLayoutVars>
      </dgm:prSet>
      <dgm:spPr/>
    </dgm:pt>
    <dgm:pt modelId="{A35AB4FD-92FC-4DF6-94EF-A87C2CC7B4CE}" type="pres">
      <dgm:prSet presAssocID="{56299A7B-6228-4A9D-9F5C-34EBFCBFA7E5}" presName="FourNodes_1_text" presStyleLbl="node1" presStyleIdx="3" presStyleCnt="4">
        <dgm:presLayoutVars>
          <dgm:bulletEnabled val="1"/>
        </dgm:presLayoutVars>
      </dgm:prSet>
      <dgm:spPr/>
    </dgm:pt>
    <dgm:pt modelId="{018AD8A6-B030-483B-B8BC-134A68CCAE03}" type="pres">
      <dgm:prSet presAssocID="{56299A7B-6228-4A9D-9F5C-34EBFCBFA7E5}" presName="FourNodes_2_text" presStyleLbl="node1" presStyleIdx="3" presStyleCnt="4">
        <dgm:presLayoutVars>
          <dgm:bulletEnabled val="1"/>
        </dgm:presLayoutVars>
      </dgm:prSet>
      <dgm:spPr/>
    </dgm:pt>
    <dgm:pt modelId="{F64FD5C9-3C58-4A12-B5D4-43B45723F526}" type="pres">
      <dgm:prSet presAssocID="{56299A7B-6228-4A9D-9F5C-34EBFCBFA7E5}" presName="FourNodes_3_text" presStyleLbl="node1" presStyleIdx="3" presStyleCnt="4">
        <dgm:presLayoutVars>
          <dgm:bulletEnabled val="1"/>
        </dgm:presLayoutVars>
      </dgm:prSet>
      <dgm:spPr/>
    </dgm:pt>
    <dgm:pt modelId="{29AF4975-B426-4A75-ACB9-50AC96836582}" type="pres">
      <dgm:prSet presAssocID="{56299A7B-6228-4A9D-9F5C-34EBFCBFA7E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453FB10-7B3B-4D0C-A634-097C0F2686F9}" type="presOf" srcId="{56299A7B-6228-4A9D-9F5C-34EBFCBFA7E5}" destId="{8F6F48C0-256B-4B69-9F2B-FBFE79E8FC55}" srcOrd="0" destOrd="0" presId="urn:microsoft.com/office/officeart/2005/8/layout/vProcess5"/>
    <dgm:cxn modelId="{D01D0F25-00C7-4BB0-BE63-B4FBD4BFBCEF}" type="presOf" srcId="{22BDF433-B69A-408B-B73C-7C54F558A06D}" destId="{7EAC7FA7-C8E2-45B4-B2B3-FD15F7A8A063}" srcOrd="0" destOrd="0" presId="urn:microsoft.com/office/officeart/2005/8/layout/vProcess5"/>
    <dgm:cxn modelId="{34415C25-3FED-48CF-8D6D-25A16BE3AE09}" type="presOf" srcId="{8C1C9DE2-8C48-427B-B6F2-D9AE6A3412EC}" destId="{9419C29F-785A-4E64-A446-702AAE672891}" srcOrd="0" destOrd="0" presId="urn:microsoft.com/office/officeart/2005/8/layout/vProcess5"/>
    <dgm:cxn modelId="{7E8AE94A-6FAD-4B5A-B4DE-AB36171E4FB0}" type="presOf" srcId="{7C4C6BB3-0669-4D4D-B709-612D06DE21D0}" destId="{832A17BB-FEF3-400C-B1B9-40C1C8C8A87B}" srcOrd="0" destOrd="0" presId="urn:microsoft.com/office/officeart/2005/8/layout/vProcess5"/>
    <dgm:cxn modelId="{6F835B4B-F443-4DB1-80DA-9427C8CD1CA1}" type="presOf" srcId="{E9620BBD-7ECB-4099-BC5C-7438F6C58811}" destId="{8A9CC5D4-FB1B-43D1-AF63-364B23EB7E17}" srcOrd="0" destOrd="0" presId="urn:microsoft.com/office/officeart/2005/8/layout/vProcess5"/>
    <dgm:cxn modelId="{184F236F-BF45-4347-89D0-B8D645CE364C}" srcId="{56299A7B-6228-4A9D-9F5C-34EBFCBFA7E5}" destId="{EFE842FC-AA0B-4946-98B8-4DF0E6575F6C}" srcOrd="2" destOrd="0" parTransId="{E183F241-7F17-4A17-BD8A-8CEBB7395A2E}" sibTransId="{22BDF433-B69A-408B-B73C-7C54F558A06D}"/>
    <dgm:cxn modelId="{2D00D474-6A5E-4FC8-9623-3886D601FC9B}" type="presOf" srcId="{EFE842FC-AA0B-4946-98B8-4DF0E6575F6C}" destId="{F64FD5C9-3C58-4A12-B5D4-43B45723F526}" srcOrd="1" destOrd="0" presId="urn:microsoft.com/office/officeart/2005/8/layout/vProcess5"/>
    <dgm:cxn modelId="{41784C75-F6A2-4EE3-B223-7057C3393270}" type="presOf" srcId="{6AA919A6-5091-4744-8553-17D5F238DE96}" destId="{A35AB4FD-92FC-4DF6-94EF-A87C2CC7B4CE}" srcOrd="1" destOrd="0" presId="urn:microsoft.com/office/officeart/2005/8/layout/vProcess5"/>
    <dgm:cxn modelId="{C2D1C196-A451-469E-B9EE-601C94CF0EEE}" type="presOf" srcId="{6AA919A6-5091-4744-8553-17D5F238DE96}" destId="{F3B12016-2A63-428D-A367-7604ADB1390D}" srcOrd="0" destOrd="0" presId="urn:microsoft.com/office/officeart/2005/8/layout/vProcess5"/>
    <dgm:cxn modelId="{BF9548A1-1F21-4C67-A505-E05DEA381E8C}" type="presOf" srcId="{B6A5A283-6CA0-42EA-8C11-5D8D42625DB7}" destId="{123B63A3-DA32-47AE-A714-FFE2144223AA}" srcOrd="0" destOrd="0" presId="urn:microsoft.com/office/officeart/2005/8/layout/vProcess5"/>
    <dgm:cxn modelId="{8C2FB4A1-683C-4E9A-92E0-F310385849B2}" type="presOf" srcId="{E9620BBD-7ECB-4099-BC5C-7438F6C58811}" destId="{018AD8A6-B030-483B-B8BC-134A68CCAE03}" srcOrd="1" destOrd="0" presId="urn:microsoft.com/office/officeart/2005/8/layout/vProcess5"/>
    <dgm:cxn modelId="{19012CA8-FD7F-46A1-8CBD-1DFFBEB524ED}" srcId="{56299A7B-6228-4A9D-9F5C-34EBFCBFA7E5}" destId="{E9620BBD-7ECB-4099-BC5C-7438F6C58811}" srcOrd="1" destOrd="0" parTransId="{1D378100-44A2-4CF9-BAA3-4701DE9E66A8}" sibTransId="{B6A5A283-6CA0-42EA-8C11-5D8D42625DB7}"/>
    <dgm:cxn modelId="{3149EEC3-D55A-4F5C-97CA-1146C52D1392}" srcId="{56299A7B-6228-4A9D-9F5C-34EBFCBFA7E5}" destId="{6AA919A6-5091-4744-8553-17D5F238DE96}" srcOrd="0" destOrd="0" parTransId="{BA0C441A-EE54-467E-8BEA-08578053E563}" sibTransId="{7C4C6BB3-0669-4D4D-B709-612D06DE21D0}"/>
    <dgm:cxn modelId="{E5DEC0D0-B2E9-4F8A-8D54-06842F5878BC}" type="presOf" srcId="{EFE842FC-AA0B-4946-98B8-4DF0E6575F6C}" destId="{88A97395-60F2-4E75-8E5A-7B0B5A6FB629}" srcOrd="0" destOrd="0" presId="urn:microsoft.com/office/officeart/2005/8/layout/vProcess5"/>
    <dgm:cxn modelId="{375654D4-15DC-4BFD-BEA8-8163C205CA3F}" type="presOf" srcId="{8C1C9DE2-8C48-427B-B6F2-D9AE6A3412EC}" destId="{29AF4975-B426-4A75-ACB9-50AC96836582}" srcOrd="1" destOrd="0" presId="urn:microsoft.com/office/officeart/2005/8/layout/vProcess5"/>
    <dgm:cxn modelId="{3EA593F8-C766-4FF5-BA32-A138D1A6C212}" srcId="{56299A7B-6228-4A9D-9F5C-34EBFCBFA7E5}" destId="{8C1C9DE2-8C48-427B-B6F2-D9AE6A3412EC}" srcOrd="3" destOrd="0" parTransId="{7859E55D-8EA0-45EF-83EF-347B37C1F735}" sibTransId="{AB003EEF-415C-404D-8573-B9A6CFD09958}"/>
    <dgm:cxn modelId="{8FA72392-841F-4361-BCB6-AC45F6318BED}" type="presParOf" srcId="{8F6F48C0-256B-4B69-9F2B-FBFE79E8FC55}" destId="{AD9B647A-DFF6-41CC-982E-F0ADB9AF0879}" srcOrd="0" destOrd="0" presId="urn:microsoft.com/office/officeart/2005/8/layout/vProcess5"/>
    <dgm:cxn modelId="{4B09E1C5-3A82-4054-A426-216E002C05AE}" type="presParOf" srcId="{8F6F48C0-256B-4B69-9F2B-FBFE79E8FC55}" destId="{F3B12016-2A63-428D-A367-7604ADB1390D}" srcOrd="1" destOrd="0" presId="urn:microsoft.com/office/officeart/2005/8/layout/vProcess5"/>
    <dgm:cxn modelId="{8CD4B70A-90EB-4779-99F2-CF3D4097EE00}" type="presParOf" srcId="{8F6F48C0-256B-4B69-9F2B-FBFE79E8FC55}" destId="{8A9CC5D4-FB1B-43D1-AF63-364B23EB7E17}" srcOrd="2" destOrd="0" presId="urn:microsoft.com/office/officeart/2005/8/layout/vProcess5"/>
    <dgm:cxn modelId="{D79FDF6E-0086-448B-948B-2D196D565E2C}" type="presParOf" srcId="{8F6F48C0-256B-4B69-9F2B-FBFE79E8FC55}" destId="{88A97395-60F2-4E75-8E5A-7B0B5A6FB629}" srcOrd="3" destOrd="0" presId="urn:microsoft.com/office/officeart/2005/8/layout/vProcess5"/>
    <dgm:cxn modelId="{189B47AA-D8FA-469F-8716-4EB9EB1273F8}" type="presParOf" srcId="{8F6F48C0-256B-4B69-9F2B-FBFE79E8FC55}" destId="{9419C29F-785A-4E64-A446-702AAE672891}" srcOrd="4" destOrd="0" presId="urn:microsoft.com/office/officeart/2005/8/layout/vProcess5"/>
    <dgm:cxn modelId="{D8DF5AA3-4A85-449A-B7AA-77129672027A}" type="presParOf" srcId="{8F6F48C0-256B-4B69-9F2B-FBFE79E8FC55}" destId="{832A17BB-FEF3-400C-B1B9-40C1C8C8A87B}" srcOrd="5" destOrd="0" presId="urn:microsoft.com/office/officeart/2005/8/layout/vProcess5"/>
    <dgm:cxn modelId="{983CB498-C098-44A4-A338-0660940BB354}" type="presParOf" srcId="{8F6F48C0-256B-4B69-9F2B-FBFE79E8FC55}" destId="{123B63A3-DA32-47AE-A714-FFE2144223AA}" srcOrd="6" destOrd="0" presId="urn:microsoft.com/office/officeart/2005/8/layout/vProcess5"/>
    <dgm:cxn modelId="{F1144C92-2A79-42C1-A9C3-694CB47D7D88}" type="presParOf" srcId="{8F6F48C0-256B-4B69-9F2B-FBFE79E8FC55}" destId="{7EAC7FA7-C8E2-45B4-B2B3-FD15F7A8A063}" srcOrd="7" destOrd="0" presId="urn:microsoft.com/office/officeart/2005/8/layout/vProcess5"/>
    <dgm:cxn modelId="{26B753DB-D2EE-4E5F-8FB7-8D266BA5EB04}" type="presParOf" srcId="{8F6F48C0-256B-4B69-9F2B-FBFE79E8FC55}" destId="{A35AB4FD-92FC-4DF6-94EF-A87C2CC7B4CE}" srcOrd="8" destOrd="0" presId="urn:microsoft.com/office/officeart/2005/8/layout/vProcess5"/>
    <dgm:cxn modelId="{3B4E8A2A-2EC8-45C2-A3D8-30FCC908CB7B}" type="presParOf" srcId="{8F6F48C0-256B-4B69-9F2B-FBFE79E8FC55}" destId="{018AD8A6-B030-483B-B8BC-134A68CCAE03}" srcOrd="9" destOrd="0" presId="urn:microsoft.com/office/officeart/2005/8/layout/vProcess5"/>
    <dgm:cxn modelId="{9B88FD80-93BC-4303-AB4E-8D450DBB7273}" type="presParOf" srcId="{8F6F48C0-256B-4B69-9F2B-FBFE79E8FC55}" destId="{F64FD5C9-3C58-4A12-B5D4-43B45723F526}" srcOrd="10" destOrd="0" presId="urn:microsoft.com/office/officeart/2005/8/layout/vProcess5"/>
    <dgm:cxn modelId="{CA9E454B-AC2F-4FE8-A16A-5AD9AA88CF4C}" type="presParOf" srcId="{8F6F48C0-256B-4B69-9F2B-FBFE79E8FC55}" destId="{29AF4975-B426-4A75-ACB9-50AC9683658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FA0F77-D428-4644-9406-F18EC0F519D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298FFDE-1B15-4293-8067-4DCF91EABB2E}">
      <dgm:prSet/>
      <dgm:spPr/>
      <dgm:t>
        <a:bodyPr/>
        <a:lstStyle/>
        <a:p>
          <a:r>
            <a:rPr lang="en-US" b="1" i="0" baseline="0"/>
            <a:t>Lecturer:</a:t>
          </a:r>
          <a:r>
            <a:rPr lang="en-US" b="0" i="0" baseline="0"/>
            <a:t> submit claims, upload documents.</a:t>
          </a:r>
          <a:endParaRPr lang="en-US"/>
        </a:p>
      </dgm:t>
    </dgm:pt>
    <dgm:pt modelId="{3C12366D-480F-4A89-A19D-D56B58C96D75}" type="parTrans" cxnId="{76A48659-1329-45B1-A719-3E7DC46E442F}">
      <dgm:prSet/>
      <dgm:spPr/>
      <dgm:t>
        <a:bodyPr/>
        <a:lstStyle/>
        <a:p>
          <a:endParaRPr lang="en-US"/>
        </a:p>
      </dgm:t>
    </dgm:pt>
    <dgm:pt modelId="{57B45E76-78B3-4044-B7DD-35F29AD38501}" type="sibTrans" cxnId="{76A48659-1329-45B1-A719-3E7DC46E442F}">
      <dgm:prSet/>
      <dgm:spPr/>
      <dgm:t>
        <a:bodyPr/>
        <a:lstStyle/>
        <a:p>
          <a:endParaRPr lang="en-US"/>
        </a:p>
      </dgm:t>
    </dgm:pt>
    <dgm:pt modelId="{3D4930BD-C1F9-49E5-B221-8406F52C37F6}">
      <dgm:prSet/>
      <dgm:spPr/>
      <dgm:t>
        <a:bodyPr/>
        <a:lstStyle/>
        <a:p>
          <a:r>
            <a:rPr lang="en-US" b="1" i="0" baseline="0"/>
            <a:t>Coordinator:</a:t>
          </a:r>
          <a:r>
            <a:rPr lang="en-US" b="0" i="0" baseline="0"/>
            <a:t> verify and approve claims.</a:t>
          </a:r>
          <a:endParaRPr lang="en-US"/>
        </a:p>
      </dgm:t>
    </dgm:pt>
    <dgm:pt modelId="{8375D6DE-7310-484D-8B29-675A41AC854C}" type="parTrans" cxnId="{5B066FA1-D277-46FB-A1B0-18C7BB4E2D61}">
      <dgm:prSet/>
      <dgm:spPr/>
      <dgm:t>
        <a:bodyPr/>
        <a:lstStyle/>
        <a:p>
          <a:endParaRPr lang="en-US"/>
        </a:p>
      </dgm:t>
    </dgm:pt>
    <dgm:pt modelId="{4F2930E3-C00B-4684-AA87-009E76A9C82E}" type="sibTrans" cxnId="{5B066FA1-D277-46FB-A1B0-18C7BB4E2D61}">
      <dgm:prSet/>
      <dgm:spPr/>
      <dgm:t>
        <a:bodyPr/>
        <a:lstStyle/>
        <a:p>
          <a:endParaRPr lang="en-US"/>
        </a:p>
      </dgm:t>
    </dgm:pt>
    <dgm:pt modelId="{CA7E4ED5-608A-4847-A237-C29A117A9F11}">
      <dgm:prSet/>
      <dgm:spPr/>
      <dgm:t>
        <a:bodyPr/>
        <a:lstStyle/>
        <a:p>
          <a:r>
            <a:rPr lang="en-US" b="1" i="0" baseline="0"/>
            <a:t>Manager:</a:t>
          </a:r>
          <a:r>
            <a:rPr lang="en-US" b="0" i="0" baseline="0"/>
            <a:t> final approval before HR.</a:t>
          </a:r>
          <a:endParaRPr lang="en-US"/>
        </a:p>
      </dgm:t>
    </dgm:pt>
    <dgm:pt modelId="{6B40A2B7-FE50-432F-9C08-DAAD5B5D4E06}" type="parTrans" cxnId="{950C04A6-C0F1-43B5-899C-77126468434A}">
      <dgm:prSet/>
      <dgm:spPr/>
      <dgm:t>
        <a:bodyPr/>
        <a:lstStyle/>
        <a:p>
          <a:endParaRPr lang="en-US"/>
        </a:p>
      </dgm:t>
    </dgm:pt>
    <dgm:pt modelId="{EB7FB6A7-796C-4F43-B958-6ACCDCBB0EDF}" type="sibTrans" cxnId="{950C04A6-C0F1-43B5-899C-77126468434A}">
      <dgm:prSet/>
      <dgm:spPr/>
      <dgm:t>
        <a:bodyPr/>
        <a:lstStyle/>
        <a:p>
          <a:endParaRPr lang="en-US"/>
        </a:p>
      </dgm:t>
    </dgm:pt>
    <dgm:pt modelId="{A3D858C2-09A7-4383-843F-6FC7C213ACA2}">
      <dgm:prSet/>
      <dgm:spPr/>
      <dgm:t>
        <a:bodyPr/>
        <a:lstStyle/>
        <a:p>
          <a:r>
            <a:rPr lang="en-US" b="1" i="0" baseline="0"/>
            <a:t>HR:</a:t>
          </a:r>
          <a:r>
            <a:rPr lang="en-US" b="0" i="0" baseline="0"/>
            <a:t> process approved claims and generate reports.</a:t>
          </a:r>
          <a:endParaRPr lang="en-US"/>
        </a:p>
      </dgm:t>
    </dgm:pt>
    <dgm:pt modelId="{7237B6B7-C148-4A8D-A703-1B2144636EEA}" type="parTrans" cxnId="{EA4ACE76-A3DD-4182-ABEE-84EFF08149E3}">
      <dgm:prSet/>
      <dgm:spPr/>
      <dgm:t>
        <a:bodyPr/>
        <a:lstStyle/>
        <a:p>
          <a:endParaRPr lang="en-US"/>
        </a:p>
      </dgm:t>
    </dgm:pt>
    <dgm:pt modelId="{1278E424-3D15-4383-B9C1-F298CCFD1D5B}" type="sibTrans" cxnId="{EA4ACE76-A3DD-4182-ABEE-84EFF08149E3}">
      <dgm:prSet/>
      <dgm:spPr/>
      <dgm:t>
        <a:bodyPr/>
        <a:lstStyle/>
        <a:p>
          <a:endParaRPr lang="en-US"/>
        </a:p>
      </dgm:t>
    </dgm:pt>
    <dgm:pt modelId="{A4747051-4B7B-4516-8A93-FCDC2BD18E43}">
      <dgm:prSet/>
      <dgm:spPr/>
      <dgm:t>
        <a:bodyPr/>
        <a:lstStyle/>
        <a:p>
          <a:r>
            <a:rPr lang="en-US" b="0" i="0" baseline="0"/>
            <a:t>Each role only sees the relevant screens and buttons.</a:t>
          </a:r>
          <a:endParaRPr lang="en-US"/>
        </a:p>
      </dgm:t>
    </dgm:pt>
    <dgm:pt modelId="{D00D48D3-9788-4135-93A7-6FA515232F9E}" type="parTrans" cxnId="{F98A5143-3DA1-4B25-8327-8379D5ECBB76}">
      <dgm:prSet/>
      <dgm:spPr/>
      <dgm:t>
        <a:bodyPr/>
        <a:lstStyle/>
        <a:p>
          <a:endParaRPr lang="en-US"/>
        </a:p>
      </dgm:t>
    </dgm:pt>
    <dgm:pt modelId="{C2A14153-99CB-4DF8-8D38-9F08D4CED03F}" type="sibTrans" cxnId="{F98A5143-3DA1-4B25-8327-8379D5ECBB76}">
      <dgm:prSet/>
      <dgm:spPr/>
      <dgm:t>
        <a:bodyPr/>
        <a:lstStyle/>
        <a:p>
          <a:endParaRPr lang="en-US"/>
        </a:p>
      </dgm:t>
    </dgm:pt>
    <dgm:pt modelId="{A5C59D9B-C243-4042-8F31-E4A91A9B1152}" type="pres">
      <dgm:prSet presAssocID="{67FA0F77-D428-4644-9406-F18EC0F519D5}" presName="root" presStyleCnt="0">
        <dgm:presLayoutVars>
          <dgm:dir/>
          <dgm:resizeHandles val="exact"/>
        </dgm:presLayoutVars>
      </dgm:prSet>
      <dgm:spPr/>
    </dgm:pt>
    <dgm:pt modelId="{643B02E1-FD11-4019-9ABB-05975BC16B5A}" type="pres">
      <dgm:prSet presAssocID="{67FA0F77-D428-4644-9406-F18EC0F519D5}" presName="container" presStyleCnt="0">
        <dgm:presLayoutVars>
          <dgm:dir/>
          <dgm:resizeHandles val="exact"/>
        </dgm:presLayoutVars>
      </dgm:prSet>
      <dgm:spPr/>
    </dgm:pt>
    <dgm:pt modelId="{AFB8BF71-677A-4FD1-92CE-42114A09142E}" type="pres">
      <dgm:prSet presAssocID="{7298FFDE-1B15-4293-8067-4DCF91EABB2E}" presName="compNode" presStyleCnt="0"/>
      <dgm:spPr/>
    </dgm:pt>
    <dgm:pt modelId="{0767FBAA-BB3F-4A3E-942E-962273D04212}" type="pres">
      <dgm:prSet presAssocID="{7298FFDE-1B15-4293-8067-4DCF91EABB2E}" presName="iconBgRect" presStyleLbl="bgShp" presStyleIdx="0" presStyleCnt="5"/>
      <dgm:spPr/>
    </dgm:pt>
    <dgm:pt modelId="{2EF09B20-A77D-4270-81D5-F3FDCE9AEB6A}" type="pres">
      <dgm:prSet presAssocID="{7298FFDE-1B15-4293-8067-4DCF91EABB2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84D2810-5D03-4E18-8D55-74FD825F26BB}" type="pres">
      <dgm:prSet presAssocID="{7298FFDE-1B15-4293-8067-4DCF91EABB2E}" presName="spaceRect" presStyleCnt="0"/>
      <dgm:spPr/>
    </dgm:pt>
    <dgm:pt modelId="{63A9B2C0-CA8B-44F8-9EE3-ABA7FB079847}" type="pres">
      <dgm:prSet presAssocID="{7298FFDE-1B15-4293-8067-4DCF91EABB2E}" presName="textRect" presStyleLbl="revTx" presStyleIdx="0" presStyleCnt="5">
        <dgm:presLayoutVars>
          <dgm:chMax val="1"/>
          <dgm:chPref val="1"/>
        </dgm:presLayoutVars>
      </dgm:prSet>
      <dgm:spPr/>
    </dgm:pt>
    <dgm:pt modelId="{5B683A73-9B55-417A-8C48-D9F580CAFCA4}" type="pres">
      <dgm:prSet presAssocID="{57B45E76-78B3-4044-B7DD-35F29AD38501}" presName="sibTrans" presStyleLbl="sibTrans2D1" presStyleIdx="0" presStyleCnt="0"/>
      <dgm:spPr/>
    </dgm:pt>
    <dgm:pt modelId="{8EEF3F95-9F36-49D5-A705-18A7BCA5DC55}" type="pres">
      <dgm:prSet presAssocID="{3D4930BD-C1F9-49E5-B221-8406F52C37F6}" presName="compNode" presStyleCnt="0"/>
      <dgm:spPr/>
    </dgm:pt>
    <dgm:pt modelId="{AE6D1820-6D0C-40E3-8939-81D2D6729E7B}" type="pres">
      <dgm:prSet presAssocID="{3D4930BD-C1F9-49E5-B221-8406F52C37F6}" presName="iconBgRect" presStyleLbl="bgShp" presStyleIdx="1" presStyleCnt="5"/>
      <dgm:spPr/>
    </dgm:pt>
    <dgm:pt modelId="{D452072E-6B6F-4486-9C04-CF898ED977AF}" type="pres">
      <dgm:prSet presAssocID="{3D4930BD-C1F9-49E5-B221-8406F52C37F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4B18563E-47DA-445A-94A9-81AF8232945A}" type="pres">
      <dgm:prSet presAssocID="{3D4930BD-C1F9-49E5-B221-8406F52C37F6}" presName="spaceRect" presStyleCnt="0"/>
      <dgm:spPr/>
    </dgm:pt>
    <dgm:pt modelId="{141147C2-E815-406B-934F-CF4A7B0CA5BD}" type="pres">
      <dgm:prSet presAssocID="{3D4930BD-C1F9-49E5-B221-8406F52C37F6}" presName="textRect" presStyleLbl="revTx" presStyleIdx="1" presStyleCnt="5">
        <dgm:presLayoutVars>
          <dgm:chMax val="1"/>
          <dgm:chPref val="1"/>
        </dgm:presLayoutVars>
      </dgm:prSet>
      <dgm:spPr/>
    </dgm:pt>
    <dgm:pt modelId="{BE74240F-3403-4435-91F8-7DE7E2F1BE17}" type="pres">
      <dgm:prSet presAssocID="{4F2930E3-C00B-4684-AA87-009E76A9C82E}" presName="sibTrans" presStyleLbl="sibTrans2D1" presStyleIdx="0" presStyleCnt="0"/>
      <dgm:spPr/>
    </dgm:pt>
    <dgm:pt modelId="{C50AA629-CBCE-4B30-A3DC-9812B98A765E}" type="pres">
      <dgm:prSet presAssocID="{CA7E4ED5-608A-4847-A237-C29A117A9F11}" presName="compNode" presStyleCnt="0"/>
      <dgm:spPr/>
    </dgm:pt>
    <dgm:pt modelId="{11035612-9EEB-402E-A00E-9AE9E13B7209}" type="pres">
      <dgm:prSet presAssocID="{CA7E4ED5-608A-4847-A237-C29A117A9F11}" presName="iconBgRect" presStyleLbl="bgShp" presStyleIdx="2" presStyleCnt="5"/>
      <dgm:spPr/>
    </dgm:pt>
    <dgm:pt modelId="{F4AC1AB9-81C2-4C77-9317-EC13902D1598}" type="pres">
      <dgm:prSet presAssocID="{CA7E4ED5-608A-4847-A237-C29A117A9F1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56DD76C-63B4-4BDF-B193-AD71034C52E7}" type="pres">
      <dgm:prSet presAssocID="{CA7E4ED5-608A-4847-A237-C29A117A9F11}" presName="spaceRect" presStyleCnt="0"/>
      <dgm:spPr/>
    </dgm:pt>
    <dgm:pt modelId="{5F18957B-8750-46BE-83F5-E5E3A8B83146}" type="pres">
      <dgm:prSet presAssocID="{CA7E4ED5-608A-4847-A237-C29A117A9F11}" presName="textRect" presStyleLbl="revTx" presStyleIdx="2" presStyleCnt="5">
        <dgm:presLayoutVars>
          <dgm:chMax val="1"/>
          <dgm:chPref val="1"/>
        </dgm:presLayoutVars>
      </dgm:prSet>
      <dgm:spPr/>
    </dgm:pt>
    <dgm:pt modelId="{34989E58-BD88-45A4-940E-8ED938FA0C2C}" type="pres">
      <dgm:prSet presAssocID="{EB7FB6A7-796C-4F43-B958-6ACCDCBB0EDF}" presName="sibTrans" presStyleLbl="sibTrans2D1" presStyleIdx="0" presStyleCnt="0"/>
      <dgm:spPr/>
    </dgm:pt>
    <dgm:pt modelId="{7CEE34CA-FC0C-4098-9615-1591F08BF781}" type="pres">
      <dgm:prSet presAssocID="{A3D858C2-09A7-4383-843F-6FC7C213ACA2}" presName="compNode" presStyleCnt="0"/>
      <dgm:spPr/>
    </dgm:pt>
    <dgm:pt modelId="{7611FCF4-352F-46CE-9D76-D9F1ACC2671C}" type="pres">
      <dgm:prSet presAssocID="{A3D858C2-09A7-4383-843F-6FC7C213ACA2}" presName="iconBgRect" presStyleLbl="bgShp" presStyleIdx="3" presStyleCnt="5"/>
      <dgm:spPr/>
    </dgm:pt>
    <dgm:pt modelId="{9C604DE5-C880-4C8A-8484-AC96793FD4FA}" type="pres">
      <dgm:prSet presAssocID="{A3D858C2-09A7-4383-843F-6FC7C213ACA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A6CB60F-9E5C-47DD-8BEA-E614084B9AE9}" type="pres">
      <dgm:prSet presAssocID="{A3D858C2-09A7-4383-843F-6FC7C213ACA2}" presName="spaceRect" presStyleCnt="0"/>
      <dgm:spPr/>
    </dgm:pt>
    <dgm:pt modelId="{6491890B-C37C-49F5-84CC-EA99DC6939F9}" type="pres">
      <dgm:prSet presAssocID="{A3D858C2-09A7-4383-843F-6FC7C213ACA2}" presName="textRect" presStyleLbl="revTx" presStyleIdx="3" presStyleCnt="5">
        <dgm:presLayoutVars>
          <dgm:chMax val="1"/>
          <dgm:chPref val="1"/>
        </dgm:presLayoutVars>
      </dgm:prSet>
      <dgm:spPr/>
    </dgm:pt>
    <dgm:pt modelId="{E155B7B1-8B37-4C86-B7BE-EC5EFEDECE2A}" type="pres">
      <dgm:prSet presAssocID="{1278E424-3D15-4383-B9C1-F298CCFD1D5B}" presName="sibTrans" presStyleLbl="sibTrans2D1" presStyleIdx="0" presStyleCnt="0"/>
      <dgm:spPr/>
    </dgm:pt>
    <dgm:pt modelId="{86468179-F0CD-4FE9-B424-48E39203CEBA}" type="pres">
      <dgm:prSet presAssocID="{A4747051-4B7B-4516-8A93-FCDC2BD18E43}" presName="compNode" presStyleCnt="0"/>
      <dgm:spPr/>
    </dgm:pt>
    <dgm:pt modelId="{807A9C0B-D357-41C8-9B6D-1DCCAB62AB4A}" type="pres">
      <dgm:prSet presAssocID="{A4747051-4B7B-4516-8A93-FCDC2BD18E43}" presName="iconBgRect" presStyleLbl="bgShp" presStyleIdx="4" presStyleCnt="5"/>
      <dgm:spPr/>
    </dgm:pt>
    <dgm:pt modelId="{CDCA405B-5EB9-4C12-863D-C9C4E893A299}" type="pres">
      <dgm:prSet presAssocID="{A4747051-4B7B-4516-8A93-FCDC2BD18E4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1D1DEE7B-9C60-4C50-8780-6C69649F1FAA}" type="pres">
      <dgm:prSet presAssocID="{A4747051-4B7B-4516-8A93-FCDC2BD18E43}" presName="spaceRect" presStyleCnt="0"/>
      <dgm:spPr/>
    </dgm:pt>
    <dgm:pt modelId="{398069A2-CAB4-4E82-B77B-6A7A2835985D}" type="pres">
      <dgm:prSet presAssocID="{A4747051-4B7B-4516-8A93-FCDC2BD18E4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D85EF1C-3FDC-42EE-AFE7-CDC288B80F17}" type="presOf" srcId="{1278E424-3D15-4383-B9C1-F298CCFD1D5B}" destId="{E155B7B1-8B37-4C86-B7BE-EC5EFEDECE2A}" srcOrd="0" destOrd="0" presId="urn:microsoft.com/office/officeart/2018/2/layout/IconCircleList"/>
    <dgm:cxn modelId="{9B5BCA29-43D0-4CC3-8F7E-E0FCA9A15125}" type="presOf" srcId="{EB7FB6A7-796C-4F43-B958-6ACCDCBB0EDF}" destId="{34989E58-BD88-45A4-940E-8ED938FA0C2C}" srcOrd="0" destOrd="0" presId="urn:microsoft.com/office/officeart/2018/2/layout/IconCircleList"/>
    <dgm:cxn modelId="{A938ED2D-E07E-4AE7-A9C8-8CC79DB3F450}" type="presOf" srcId="{67FA0F77-D428-4644-9406-F18EC0F519D5}" destId="{A5C59D9B-C243-4042-8F31-E4A91A9B1152}" srcOrd="0" destOrd="0" presId="urn:microsoft.com/office/officeart/2018/2/layout/IconCircleList"/>
    <dgm:cxn modelId="{3A6BBC3A-15DA-43CD-9818-6459E2D8366D}" type="presOf" srcId="{7298FFDE-1B15-4293-8067-4DCF91EABB2E}" destId="{63A9B2C0-CA8B-44F8-9EE3-ABA7FB079847}" srcOrd="0" destOrd="0" presId="urn:microsoft.com/office/officeart/2018/2/layout/IconCircleList"/>
    <dgm:cxn modelId="{DD078360-995E-4B23-933C-802C10C34AEE}" type="presOf" srcId="{CA7E4ED5-608A-4847-A237-C29A117A9F11}" destId="{5F18957B-8750-46BE-83F5-E5E3A8B83146}" srcOrd="0" destOrd="0" presId="urn:microsoft.com/office/officeart/2018/2/layout/IconCircleList"/>
    <dgm:cxn modelId="{F98A5143-3DA1-4B25-8327-8379D5ECBB76}" srcId="{67FA0F77-D428-4644-9406-F18EC0F519D5}" destId="{A4747051-4B7B-4516-8A93-FCDC2BD18E43}" srcOrd="4" destOrd="0" parTransId="{D00D48D3-9788-4135-93A7-6FA515232F9E}" sibTransId="{C2A14153-99CB-4DF8-8D38-9F08D4CED03F}"/>
    <dgm:cxn modelId="{BBB65A45-B8D5-4754-A701-479AFC2AE87B}" type="presOf" srcId="{A3D858C2-09A7-4383-843F-6FC7C213ACA2}" destId="{6491890B-C37C-49F5-84CC-EA99DC6939F9}" srcOrd="0" destOrd="0" presId="urn:microsoft.com/office/officeart/2018/2/layout/IconCircleList"/>
    <dgm:cxn modelId="{EA4ACE76-A3DD-4182-ABEE-84EFF08149E3}" srcId="{67FA0F77-D428-4644-9406-F18EC0F519D5}" destId="{A3D858C2-09A7-4383-843F-6FC7C213ACA2}" srcOrd="3" destOrd="0" parTransId="{7237B6B7-C148-4A8D-A703-1B2144636EEA}" sibTransId="{1278E424-3D15-4383-B9C1-F298CCFD1D5B}"/>
    <dgm:cxn modelId="{76A48659-1329-45B1-A719-3E7DC46E442F}" srcId="{67FA0F77-D428-4644-9406-F18EC0F519D5}" destId="{7298FFDE-1B15-4293-8067-4DCF91EABB2E}" srcOrd="0" destOrd="0" parTransId="{3C12366D-480F-4A89-A19D-D56B58C96D75}" sibTransId="{57B45E76-78B3-4044-B7DD-35F29AD38501}"/>
    <dgm:cxn modelId="{5B066FA1-D277-46FB-A1B0-18C7BB4E2D61}" srcId="{67FA0F77-D428-4644-9406-F18EC0F519D5}" destId="{3D4930BD-C1F9-49E5-B221-8406F52C37F6}" srcOrd="1" destOrd="0" parTransId="{8375D6DE-7310-484D-8B29-675A41AC854C}" sibTransId="{4F2930E3-C00B-4684-AA87-009E76A9C82E}"/>
    <dgm:cxn modelId="{950C04A6-C0F1-43B5-899C-77126468434A}" srcId="{67FA0F77-D428-4644-9406-F18EC0F519D5}" destId="{CA7E4ED5-608A-4847-A237-C29A117A9F11}" srcOrd="2" destOrd="0" parTransId="{6B40A2B7-FE50-432F-9C08-DAAD5B5D4E06}" sibTransId="{EB7FB6A7-796C-4F43-B958-6ACCDCBB0EDF}"/>
    <dgm:cxn modelId="{56791ABA-64A5-41F0-A6BA-9B9A4C19253A}" type="presOf" srcId="{A4747051-4B7B-4516-8A93-FCDC2BD18E43}" destId="{398069A2-CAB4-4E82-B77B-6A7A2835985D}" srcOrd="0" destOrd="0" presId="urn:microsoft.com/office/officeart/2018/2/layout/IconCircleList"/>
    <dgm:cxn modelId="{AEEA44BB-41B8-4884-8F7D-D82FDCBFB93F}" type="presOf" srcId="{3D4930BD-C1F9-49E5-B221-8406F52C37F6}" destId="{141147C2-E815-406B-934F-CF4A7B0CA5BD}" srcOrd="0" destOrd="0" presId="urn:microsoft.com/office/officeart/2018/2/layout/IconCircleList"/>
    <dgm:cxn modelId="{55CF16BC-BAE0-4FF2-A0B7-D286CF94D5A5}" type="presOf" srcId="{57B45E76-78B3-4044-B7DD-35F29AD38501}" destId="{5B683A73-9B55-417A-8C48-D9F580CAFCA4}" srcOrd="0" destOrd="0" presId="urn:microsoft.com/office/officeart/2018/2/layout/IconCircleList"/>
    <dgm:cxn modelId="{44F583CF-AADB-4964-99E6-8679805E7323}" type="presOf" srcId="{4F2930E3-C00B-4684-AA87-009E76A9C82E}" destId="{BE74240F-3403-4435-91F8-7DE7E2F1BE17}" srcOrd="0" destOrd="0" presId="urn:microsoft.com/office/officeart/2018/2/layout/IconCircleList"/>
    <dgm:cxn modelId="{014EFD7D-E10E-45CF-9A36-705D07AAC444}" type="presParOf" srcId="{A5C59D9B-C243-4042-8F31-E4A91A9B1152}" destId="{643B02E1-FD11-4019-9ABB-05975BC16B5A}" srcOrd="0" destOrd="0" presId="urn:microsoft.com/office/officeart/2018/2/layout/IconCircleList"/>
    <dgm:cxn modelId="{58BC91CE-4074-4198-B6C2-EF678E675171}" type="presParOf" srcId="{643B02E1-FD11-4019-9ABB-05975BC16B5A}" destId="{AFB8BF71-677A-4FD1-92CE-42114A09142E}" srcOrd="0" destOrd="0" presId="urn:microsoft.com/office/officeart/2018/2/layout/IconCircleList"/>
    <dgm:cxn modelId="{D8FB1AEA-A7C2-4FC1-A509-333176B2FD23}" type="presParOf" srcId="{AFB8BF71-677A-4FD1-92CE-42114A09142E}" destId="{0767FBAA-BB3F-4A3E-942E-962273D04212}" srcOrd="0" destOrd="0" presId="urn:microsoft.com/office/officeart/2018/2/layout/IconCircleList"/>
    <dgm:cxn modelId="{76C9523D-CF5C-4566-A170-F7B2CC4467AF}" type="presParOf" srcId="{AFB8BF71-677A-4FD1-92CE-42114A09142E}" destId="{2EF09B20-A77D-4270-81D5-F3FDCE9AEB6A}" srcOrd="1" destOrd="0" presId="urn:microsoft.com/office/officeart/2018/2/layout/IconCircleList"/>
    <dgm:cxn modelId="{1AF331B4-84F2-475F-909D-22576442DA77}" type="presParOf" srcId="{AFB8BF71-677A-4FD1-92CE-42114A09142E}" destId="{E84D2810-5D03-4E18-8D55-74FD825F26BB}" srcOrd="2" destOrd="0" presId="urn:microsoft.com/office/officeart/2018/2/layout/IconCircleList"/>
    <dgm:cxn modelId="{2E0BA7C6-2E1E-45BE-BC2E-CE5DD7F1FCA2}" type="presParOf" srcId="{AFB8BF71-677A-4FD1-92CE-42114A09142E}" destId="{63A9B2C0-CA8B-44F8-9EE3-ABA7FB079847}" srcOrd="3" destOrd="0" presId="urn:microsoft.com/office/officeart/2018/2/layout/IconCircleList"/>
    <dgm:cxn modelId="{588D9253-A8C9-45CA-A04E-E83BCF8471CD}" type="presParOf" srcId="{643B02E1-FD11-4019-9ABB-05975BC16B5A}" destId="{5B683A73-9B55-417A-8C48-D9F580CAFCA4}" srcOrd="1" destOrd="0" presId="urn:microsoft.com/office/officeart/2018/2/layout/IconCircleList"/>
    <dgm:cxn modelId="{DAA0DFB8-1EC5-42E0-8641-4F29BB9E2292}" type="presParOf" srcId="{643B02E1-FD11-4019-9ABB-05975BC16B5A}" destId="{8EEF3F95-9F36-49D5-A705-18A7BCA5DC55}" srcOrd="2" destOrd="0" presId="urn:microsoft.com/office/officeart/2018/2/layout/IconCircleList"/>
    <dgm:cxn modelId="{2322AA15-E455-4FB3-97D0-84BCD685DF7B}" type="presParOf" srcId="{8EEF3F95-9F36-49D5-A705-18A7BCA5DC55}" destId="{AE6D1820-6D0C-40E3-8939-81D2D6729E7B}" srcOrd="0" destOrd="0" presId="urn:microsoft.com/office/officeart/2018/2/layout/IconCircleList"/>
    <dgm:cxn modelId="{6C0D1FB9-27B6-48D4-AD2F-AFFF34C8AAED}" type="presParOf" srcId="{8EEF3F95-9F36-49D5-A705-18A7BCA5DC55}" destId="{D452072E-6B6F-4486-9C04-CF898ED977AF}" srcOrd="1" destOrd="0" presId="urn:microsoft.com/office/officeart/2018/2/layout/IconCircleList"/>
    <dgm:cxn modelId="{6A933130-E18B-4E64-9545-5CF4EF7D7339}" type="presParOf" srcId="{8EEF3F95-9F36-49D5-A705-18A7BCA5DC55}" destId="{4B18563E-47DA-445A-94A9-81AF8232945A}" srcOrd="2" destOrd="0" presId="urn:microsoft.com/office/officeart/2018/2/layout/IconCircleList"/>
    <dgm:cxn modelId="{45794052-CE5E-417D-96DB-BDA486795BA1}" type="presParOf" srcId="{8EEF3F95-9F36-49D5-A705-18A7BCA5DC55}" destId="{141147C2-E815-406B-934F-CF4A7B0CA5BD}" srcOrd="3" destOrd="0" presId="urn:microsoft.com/office/officeart/2018/2/layout/IconCircleList"/>
    <dgm:cxn modelId="{7044120E-3557-4CE4-ACCD-24E04E7E1E71}" type="presParOf" srcId="{643B02E1-FD11-4019-9ABB-05975BC16B5A}" destId="{BE74240F-3403-4435-91F8-7DE7E2F1BE17}" srcOrd="3" destOrd="0" presId="urn:microsoft.com/office/officeart/2018/2/layout/IconCircleList"/>
    <dgm:cxn modelId="{691755DD-747C-4101-8119-204C9B57FF1B}" type="presParOf" srcId="{643B02E1-FD11-4019-9ABB-05975BC16B5A}" destId="{C50AA629-CBCE-4B30-A3DC-9812B98A765E}" srcOrd="4" destOrd="0" presId="urn:microsoft.com/office/officeart/2018/2/layout/IconCircleList"/>
    <dgm:cxn modelId="{B017EC70-6ADF-4C68-9136-F3C7963223E6}" type="presParOf" srcId="{C50AA629-CBCE-4B30-A3DC-9812B98A765E}" destId="{11035612-9EEB-402E-A00E-9AE9E13B7209}" srcOrd="0" destOrd="0" presId="urn:microsoft.com/office/officeart/2018/2/layout/IconCircleList"/>
    <dgm:cxn modelId="{3065DE91-A226-4B3D-87F3-A8BCD1297C1E}" type="presParOf" srcId="{C50AA629-CBCE-4B30-A3DC-9812B98A765E}" destId="{F4AC1AB9-81C2-4C77-9317-EC13902D1598}" srcOrd="1" destOrd="0" presId="urn:microsoft.com/office/officeart/2018/2/layout/IconCircleList"/>
    <dgm:cxn modelId="{CB3399CD-623D-4E2D-A187-73481A02095F}" type="presParOf" srcId="{C50AA629-CBCE-4B30-A3DC-9812B98A765E}" destId="{756DD76C-63B4-4BDF-B193-AD71034C52E7}" srcOrd="2" destOrd="0" presId="urn:microsoft.com/office/officeart/2018/2/layout/IconCircleList"/>
    <dgm:cxn modelId="{8B5A111D-D376-4E50-A7B1-A7A872CC8121}" type="presParOf" srcId="{C50AA629-CBCE-4B30-A3DC-9812B98A765E}" destId="{5F18957B-8750-46BE-83F5-E5E3A8B83146}" srcOrd="3" destOrd="0" presId="urn:microsoft.com/office/officeart/2018/2/layout/IconCircleList"/>
    <dgm:cxn modelId="{1755B463-F243-4030-B0F9-A2F5B6D44D46}" type="presParOf" srcId="{643B02E1-FD11-4019-9ABB-05975BC16B5A}" destId="{34989E58-BD88-45A4-940E-8ED938FA0C2C}" srcOrd="5" destOrd="0" presId="urn:microsoft.com/office/officeart/2018/2/layout/IconCircleList"/>
    <dgm:cxn modelId="{10895F5E-ED9C-4D3B-83B6-73527F1767B9}" type="presParOf" srcId="{643B02E1-FD11-4019-9ABB-05975BC16B5A}" destId="{7CEE34CA-FC0C-4098-9615-1591F08BF781}" srcOrd="6" destOrd="0" presId="urn:microsoft.com/office/officeart/2018/2/layout/IconCircleList"/>
    <dgm:cxn modelId="{3D0092BC-B99E-4DD3-A9FD-44FF1C0F0AFD}" type="presParOf" srcId="{7CEE34CA-FC0C-4098-9615-1591F08BF781}" destId="{7611FCF4-352F-46CE-9D76-D9F1ACC2671C}" srcOrd="0" destOrd="0" presId="urn:microsoft.com/office/officeart/2018/2/layout/IconCircleList"/>
    <dgm:cxn modelId="{B19702E6-C0E9-4859-916F-DCF1BB3D59C4}" type="presParOf" srcId="{7CEE34CA-FC0C-4098-9615-1591F08BF781}" destId="{9C604DE5-C880-4C8A-8484-AC96793FD4FA}" srcOrd="1" destOrd="0" presId="urn:microsoft.com/office/officeart/2018/2/layout/IconCircleList"/>
    <dgm:cxn modelId="{B5DC3756-60BE-4015-9DF0-DF6728E36464}" type="presParOf" srcId="{7CEE34CA-FC0C-4098-9615-1591F08BF781}" destId="{2A6CB60F-9E5C-47DD-8BEA-E614084B9AE9}" srcOrd="2" destOrd="0" presId="urn:microsoft.com/office/officeart/2018/2/layout/IconCircleList"/>
    <dgm:cxn modelId="{055F116F-8F71-4E35-922D-713FFE73C8E6}" type="presParOf" srcId="{7CEE34CA-FC0C-4098-9615-1591F08BF781}" destId="{6491890B-C37C-49F5-84CC-EA99DC6939F9}" srcOrd="3" destOrd="0" presId="urn:microsoft.com/office/officeart/2018/2/layout/IconCircleList"/>
    <dgm:cxn modelId="{3A33871A-9BBB-41B9-A5C4-56305E2804EB}" type="presParOf" srcId="{643B02E1-FD11-4019-9ABB-05975BC16B5A}" destId="{E155B7B1-8B37-4C86-B7BE-EC5EFEDECE2A}" srcOrd="7" destOrd="0" presId="urn:microsoft.com/office/officeart/2018/2/layout/IconCircleList"/>
    <dgm:cxn modelId="{A3CE183D-1365-484E-AB75-C5440A8295B4}" type="presParOf" srcId="{643B02E1-FD11-4019-9ABB-05975BC16B5A}" destId="{86468179-F0CD-4FE9-B424-48E39203CEBA}" srcOrd="8" destOrd="0" presId="urn:microsoft.com/office/officeart/2018/2/layout/IconCircleList"/>
    <dgm:cxn modelId="{29B9DFA1-3AD9-425B-A862-27740C3A4E54}" type="presParOf" srcId="{86468179-F0CD-4FE9-B424-48E39203CEBA}" destId="{807A9C0B-D357-41C8-9B6D-1DCCAB62AB4A}" srcOrd="0" destOrd="0" presId="urn:microsoft.com/office/officeart/2018/2/layout/IconCircleList"/>
    <dgm:cxn modelId="{A49F7BE9-87E1-4E7E-BFC1-50EF27F0095F}" type="presParOf" srcId="{86468179-F0CD-4FE9-B424-48E39203CEBA}" destId="{CDCA405B-5EB9-4C12-863D-C9C4E893A299}" srcOrd="1" destOrd="0" presId="urn:microsoft.com/office/officeart/2018/2/layout/IconCircleList"/>
    <dgm:cxn modelId="{78306106-1C27-42D2-AF74-A34F942C9FA2}" type="presParOf" srcId="{86468179-F0CD-4FE9-B424-48E39203CEBA}" destId="{1D1DEE7B-9C60-4C50-8780-6C69649F1FAA}" srcOrd="2" destOrd="0" presId="urn:microsoft.com/office/officeart/2018/2/layout/IconCircleList"/>
    <dgm:cxn modelId="{B4F97391-0B0C-4A35-9175-4B44942199EB}" type="presParOf" srcId="{86468179-F0CD-4FE9-B424-48E39203CEBA}" destId="{398069A2-CAB4-4E82-B77B-6A7A2835985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E38C80D-2216-4514-B56C-5867B063563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C2FF10-F35A-43C9-A3D9-E9D44A30F451}">
      <dgm:prSet/>
      <dgm:spPr/>
      <dgm:t>
        <a:bodyPr/>
        <a:lstStyle/>
        <a:p>
          <a:r>
            <a:rPr lang="en-US" b="0" i="0" baseline="0"/>
            <a:t>Modern colour scheme for clarity and aesthetics.</a:t>
          </a:r>
          <a:endParaRPr lang="en-US"/>
        </a:p>
      </dgm:t>
    </dgm:pt>
    <dgm:pt modelId="{BCFD9CE7-767D-4521-9734-8A274109A75B}" type="parTrans" cxnId="{C58E1C43-6728-4E77-8597-B3BA19378C3F}">
      <dgm:prSet/>
      <dgm:spPr/>
      <dgm:t>
        <a:bodyPr/>
        <a:lstStyle/>
        <a:p>
          <a:endParaRPr lang="en-US"/>
        </a:p>
      </dgm:t>
    </dgm:pt>
    <dgm:pt modelId="{1A10167B-75AE-41C0-B471-68C62A9F9491}" type="sibTrans" cxnId="{C58E1C43-6728-4E77-8597-B3BA19378C3F}">
      <dgm:prSet/>
      <dgm:spPr/>
      <dgm:t>
        <a:bodyPr/>
        <a:lstStyle/>
        <a:p>
          <a:endParaRPr lang="en-US"/>
        </a:p>
      </dgm:t>
    </dgm:pt>
    <dgm:pt modelId="{BF3DB90B-704B-4064-AB5E-2FB75AD7ACB3}">
      <dgm:prSet/>
      <dgm:spPr/>
      <dgm:t>
        <a:bodyPr/>
        <a:lstStyle/>
        <a:p>
          <a:r>
            <a:rPr lang="en-US" b="0" i="0" baseline="0"/>
            <a:t>Header repositioned to top for improved structure.</a:t>
          </a:r>
          <a:endParaRPr lang="en-US"/>
        </a:p>
      </dgm:t>
    </dgm:pt>
    <dgm:pt modelId="{1D74FF60-A021-496D-A578-2BA6E126CAF3}" type="parTrans" cxnId="{6608B43D-87AF-44A9-B4A6-81E9AA6D0746}">
      <dgm:prSet/>
      <dgm:spPr/>
      <dgm:t>
        <a:bodyPr/>
        <a:lstStyle/>
        <a:p>
          <a:endParaRPr lang="en-US"/>
        </a:p>
      </dgm:t>
    </dgm:pt>
    <dgm:pt modelId="{7D47C507-2B55-471D-9949-2D1D55157C73}" type="sibTrans" cxnId="{6608B43D-87AF-44A9-B4A6-81E9AA6D0746}">
      <dgm:prSet/>
      <dgm:spPr/>
      <dgm:t>
        <a:bodyPr/>
        <a:lstStyle/>
        <a:p>
          <a:endParaRPr lang="en-US"/>
        </a:p>
      </dgm:t>
    </dgm:pt>
    <dgm:pt modelId="{A8796036-C714-46F7-8D83-6C7191F32EFE}">
      <dgm:prSet/>
      <dgm:spPr/>
      <dgm:t>
        <a:bodyPr/>
        <a:lstStyle/>
        <a:p>
          <a:r>
            <a:rPr lang="en-US" b="0" i="0" baseline="0"/>
            <a:t>Dashboard counters for approved, pending, rejected claims.</a:t>
          </a:r>
          <a:endParaRPr lang="en-US"/>
        </a:p>
      </dgm:t>
    </dgm:pt>
    <dgm:pt modelId="{605D157D-E941-4A03-A670-31A00E39530D}" type="parTrans" cxnId="{70EEBB67-B410-44AB-9A57-FFE60C00501E}">
      <dgm:prSet/>
      <dgm:spPr/>
      <dgm:t>
        <a:bodyPr/>
        <a:lstStyle/>
        <a:p>
          <a:endParaRPr lang="en-US"/>
        </a:p>
      </dgm:t>
    </dgm:pt>
    <dgm:pt modelId="{A0621AED-56AB-4457-8321-0F3BE71987FF}" type="sibTrans" cxnId="{70EEBB67-B410-44AB-9A57-FFE60C00501E}">
      <dgm:prSet/>
      <dgm:spPr/>
      <dgm:t>
        <a:bodyPr/>
        <a:lstStyle/>
        <a:p>
          <a:endParaRPr lang="en-US"/>
        </a:p>
      </dgm:t>
    </dgm:pt>
    <dgm:pt modelId="{D202E34F-C0DE-484B-9FE9-C2E71D17F93B}">
      <dgm:prSet/>
      <dgm:spPr/>
      <dgm:t>
        <a:bodyPr/>
        <a:lstStyle/>
        <a:p>
          <a:r>
            <a:rPr lang="en-US" b="0" i="0" baseline="0"/>
            <a:t>Improved spacing, font, and button styling for better usability.</a:t>
          </a:r>
          <a:endParaRPr lang="en-US"/>
        </a:p>
      </dgm:t>
    </dgm:pt>
    <dgm:pt modelId="{83F12FCF-A433-49CB-AC3E-3CBDA51E58D4}" type="parTrans" cxnId="{5718DE87-ED7A-446C-857C-0E05DB217721}">
      <dgm:prSet/>
      <dgm:spPr/>
      <dgm:t>
        <a:bodyPr/>
        <a:lstStyle/>
        <a:p>
          <a:endParaRPr lang="en-US"/>
        </a:p>
      </dgm:t>
    </dgm:pt>
    <dgm:pt modelId="{08C5AC42-0784-4FA4-81A7-B6E9530E329A}" type="sibTrans" cxnId="{5718DE87-ED7A-446C-857C-0E05DB217721}">
      <dgm:prSet/>
      <dgm:spPr/>
      <dgm:t>
        <a:bodyPr/>
        <a:lstStyle/>
        <a:p>
          <a:endParaRPr lang="en-US"/>
        </a:p>
      </dgm:t>
    </dgm:pt>
    <dgm:pt modelId="{A1C6AD9D-9DCD-4686-9161-C9801640A255}" type="pres">
      <dgm:prSet presAssocID="{0E38C80D-2216-4514-B56C-5867B063563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BCD0C6B-6323-4331-A674-0CA97EDFE11C}" type="pres">
      <dgm:prSet presAssocID="{F7C2FF10-F35A-43C9-A3D9-E9D44A30F451}" presName="hierRoot1" presStyleCnt="0"/>
      <dgm:spPr/>
    </dgm:pt>
    <dgm:pt modelId="{60F5E81D-E8A6-4F60-B360-ED1D153AEA18}" type="pres">
      <dgm:prSet presAssocID="{F7C2FF10-F35A-43C9-A3D9-E9D44A30F451}" presName="composite" presStyleCnt="0"/>
      <dgm:spPr/>
    </dgm:pt>
    <dgm:pt modelId="{A655CFDF-D2DC-4653-8E02-98E7F9CF6D38}" type="pres">
      <dgm:prSet presAssocID="{F7C2FF10-F35A-43C9-A3D9-E9D44A30F451}" presName="background" presStyleLbl="node0" presStyleIdx="0" presStyleCnt="4"/>
      <dgm:spPr/>
    </dgm:pt>
    <dgm:pt modelId="{0CD77418-D62E-4D31-B4B9-C29861C8596B}" type="pres">
      <dgm:prSet presAssocID="{F7C2FF10-F35A-43C9-A3D9-E9D44A30F451}" presName="text" presStyleLbl="fgAcc0" presStyleIdx="0" presStyleCnt="4">
        <dgm:presLayoutVars>
          <dgm:chPref val="3"/>
        </dgm:presLayoutVars>
      </dgm:prSet>
      <dgm:spPr/>
    </dgm:pt>
    <dgm:pt modelId="{6D5E3BFF-7D3D-4CA2-98C0-FB056CD677E8}" type="pres">
      <dgm:prSet presAssocID="{F7C2FF10-F35A-43C9-A3D9-E9D44A30F451}" presName="hierChild2" presStyleCnt="0"/>
      <dgm:spPr/>
    </dgm:pt>
    <dgm:pt modelId="{B30EFE79-282C-4962-B410-54D2EE69D2EB}" type="pres">
      <dgm:prSet presAssocID="{BF3DB90B-704B-4064-AB5E-2FB75AD7ACB3}" presName="hierRoot1" presStyleCnt="0"/>
      <dgm:spPr/>
    </dgm:pt>
    <dgm:pt modelId="{63598FBE-BE34-43F4-B9FA-6467EBA4F0A9}" type="pres">
      <dgm:prSet presAssocID="{BF3DB90B-704B-4064-AB5E-2FB75AD7ACB3}" presName="composite" presStyleCnt="0"/>
      <dgm:spPr/>
    </dgm:pt>
    <dgm:pt modelId="{3D64FC53-340A-4E9E-94CC-97143C4FED1D}" type="pres">
      <dgm:prSet presAssocID="{BF3DB90B-704B-4064-AB5E-2FB75AD7ACB3}" presName="background" presStyleLbl="node0" presStyleIdx="1" presStyleCnt="4"/>
      <dgm:spPr/>
    </dgm:pt>
    <dgm:pt modelId="{992A1C65-A8FC-4A59-A4BA-B2AEF2BD02F4}" type="pres">
      <dgm:prSet presAssocID="{BF3DB90B-704B-4064-AB5E-2FB75AD7ACB3}" presName="text" presStyleLbl="fgAcc0" presStyleIdx="1" presStyleCnt="4">
        <dgm:presLayoutVars>
          <dgm:chPref val="3"/>
        </dgm:presLayoutVars>
      </dgm:prSet>
      <dgm:spPr/>
    </dgm:pt>
    <dgm:pt modelId="{6BF3F261-864F-4DEC-8824-A8B47A3FF5A3}" type="pres">
      <dgm:prSet presAssocID="{BF3DB90B-704B-4064-AB5E-2FB75AD7ACB3}" presName="hierChild2" presStyleCnt="0"/>
      <dgm:spPr/>
    </dgm:pt>
    <dgm:pt modelId="{3034BC1F-4189-48C5-8A36-31A138700844}" type="pres">
      <dgm:prSet presAssocID="{A8796036-C714-46F7-8D83-6C7191F32EFE}" presName="hierRoot1" presStyleCnt="0"/>
      <dgm:spPr/>
    </dgm:pt>
    <dgm:pt modelId="{4FBAA6F4-7392-4357-A187-9ACC74CCDDD6}" type="pres">
      <dgm:prSet presAssocID="{A8796036-C714-46F7-8D83-6C7191F32EFE}" presName="composite" presStyleCnt="0"/>
      <dgm:spPr/>
    </dgm:pt>
    <dgm:pt modelId="{0999A895-DD78-4CBC-B297-EC69FC591899}" type="pres">
      <dgm:prSet presAssocID="{A8796036-C714-46F7-8D83-6C7191F32EFE}" presName="background" presStyleLbl="node0" presStyleIdx="2" presStyleCnt="4"/>
      <dgm:spPr/>
    </dgm:pt>
    <dgm:pt modelId="{C7303695-C7EE-4FBA-B68E-7FA1748971F3}" type="pres">
      <dgm:prSet presAssocID="{A8796036-C714-46F7-8D83-6C7191F32EFE}" presName="text" presStyleLbl="fgAcc0" presStyleIdx="2" presStyleCnt="4">
        <dgm:presLayoutVars>
          <dgm:chPref val="3"/>
        </dgm:presLayoutVars>
      </dgm:prSet>
      <dgm:spPr/>
    </dgm:pt>
    <dgm:pt modelId="{91B024DE-28CF-4968-AAFC-9A979E422DC8}" type="pres">
      <dgm:prSet presAssocID="{A8796036-C714-46F7-8D83-6C7191F32EFE}" presName="hierChild2" presStyleCnt="0"/>
      <dgm:spPr/>
    </dgm:pt>
    <dgm:pt modelId="{15B9DC1F-756D-4563-ADF1-0EEB8FA42725}" type="pres">
      <dgm:prSet presAssocID="{D202E34F-C0DE-484B-9FE9-C2E71D17F93B}" presName="hierRoot1" presStyleCnt="0"/>
      <dgm:spPr/>
    </dgm:pt>
    <dgm:pt modelId="{73D25BD1-BE78-4E07-B638-90B0C16ED2B5}" type="pres">
      <dgm:prSet presAssocID="{D202E34F-C0DE-484B-9FE9-C2E71D17F93B}" presName="composite" presStyleCnt="0"/>
      <dgm:spPr/>
    </dgm:pt>
    <dgm:pt modelId="{A1E97D07-A773-465D-A6DE-A6890B1BC59C}" type="pres">
      <dgm:prSet presAssocID="{D202E34F-C0DE-484B-9FE9-C2E71D17F93B}" presName="background" presStyleLbl="node0" presStyleIdx="3" presStyleCnt="4"/>
      <dgm:spPr/>
    </dgm:pt>
    <dgm:pt modelId="{86B3CB04-E4D9-4B37-96CD-AF902C777A59}" type="pres">
      <dgm:prSet presAssocID="{D202E34F-C0DE-484B-9FE9-C2E71D17F93B}" presName="text" presStyleLbl="fgAcc0" presStyleIdx="3" presStyleCnt="4">
        <dgm:presLayoutVars>
          <dgm:chPref val="3"/>
        </dgm:presLayoutVars>
      </dgm:prSet>
      <dgm:spPr/>
    </dgm:pt>
    <dgm:pt modelId="{3D5956A4-5B08-49BD-9679-968445CFB1DA}" type="pres">
      <dgm:prSet presAssocID="{D202E34F-C0DE-484B-9FE9-C2E71D17F93B}" presName="hierChild2" presStyleCnt="0"/>
      <dgm:spPr/>
    </dgm:pt>
  </dgm:ptLst>
  <dgm:cxnLst>
    <dgm:cxn modelId="{6608B43D-87AF-44A9-B4A6-81E9AA6D0746}" srcId="{0E38C80D-2216-4514-B56C-5867B0635638}" destId="{BF3DB90B-704B-4064-AB5E-2FB75AD7ACB3}" srcOrd="1" destOrd="0" parTransId="{1D74FF60-A021-496D-A578-2BA6E126CAF3}" sibTransId="{7D47C507-2B55-471D-9949-2D1D55157C73}"/>
    <dgm:cxn modelId="{CB8C6941-A5DD-4B21-A3AB-9E46CE7B5B7C}" type="presOf" srcId="{BF3DB90B-704B-4064-AB5E-2FB75AD7ACB3}" destId="{992A1C65-A8FC-4A59-A4BA-B2AEF2BD02F4}" srcOrd="0" destOrd="0" presId="urn:microsoft.com/office/officeart/2005/8/layout/hierarchy1"/>
    <dgm:cxn modelId="{FCBAF862-CE5F-438C-929E-AE85F2D2F879}" type="presOf" srcId="{D202E34F-C0DE-484B-9FE9-C2E71D17F93B}" destId="{86B3CB04-E4D9-4B37-96CD-AF902C777A59}" srcOrd="0" destOrd="0" presId="urn:microsoft.com/office/officeart/2005/8/layout/hierarchy1"/>
    <dgm:cxn modelId="{C58E1C43-6728-4E77-8597-B3BA19378C3F}" srcId="{0E38C80D-2216-4514-B56C-5867B0635638}" destId="{F7C2FF10-F35A-43C9-A3D9-E9D44A30F451}" srcOrd="0" destOrd="0" parTransId="{BCFD9CE7-767D-4521-9734-8A274109A75B}" sibTransId="{1A10167B-75AE-41C0-B471-68C62A9F9491}"/>
    <dgm:cxn modelId="{70EEBB67-B410-44AB-9A57-FFE60C00501E}" srcId="{0E38C80D-2216-4514-B56C-5867B0635638}" destId="{A8796036-C714-46F7-8D83-6C7191F32EFE}" srcOrd="2" destOrd="0" parTransId="{605D157D-E941-4A03-A670-31A00E39530D}" sibTransId="{A0621AED-56AB-4457-8321-0F3BE71987FF}"/>
    <dgm:cxn modelId="{FC500857-3661-4B88-A07E-DE26D4F92B53}" type="presOf" srcId="{0E38C80D-2216-4514-B56C-5867B0635638}" destId="{A1C6AD9D-9DCD-4686-9161-C9801640A255}" srcOrd="0" destOrd="0" presId="urn:microsoft.com/office/officeart/2005/8/layout/hierarchy1"/>
    <dgm:cxn modelId="{5718DE87-ED7A-446C-857C-0E05DB217721}" srcId="{0E38C80D-2216-4514-B56C-5867B0635638}" destId="{D202E34F-C0DE-484B-9FE9-C2E71D17F93B}" srcOrd="3" destOrd="0" parTransId="{83F12FCF-A433-49CB-AC3E-3CBDA51E58D4}" sibTransId="{08C5AC42-0784-4FA4-81A7-B6E9530E329A}"/>
    <dgm:cxn modelId="{E2164FB6-CF8C-412B-92B8-A352A04FC31C}" type="presOf" srcId="{F7C2FF10-F35A-43C9-A3D9-E9D44A30F451}" destId="{0CD77418-D62E-4D31-B4B9-C29861C8596B}" srcOrd="0" destOrd="0" presId="urn:microsoft.com/office/officeart/2005/8/layout/hierarchy1"/>
    <dgm:cxn modelId="{86A26DC8-5EB6-4557-81BC-492F1EC68618}" type="presOf" srcId="{A8796036-C714-46F7-8D83-6C7191F32EFE}" destId="{C7303695-C7EE-4FBA-B68E-7FA1748971F3}" srcOrd="0" destOrd="0" presId="urn:microsoft.com/office/officeart/2005/8/layout/hierarchy1"/>
    <dgm:cxn modelId="{0BF9DB44-447E-4DC7-ACD4-ABA863B6B803}" type="presParOf" srcId="{A1C6AD9D-9DCD-4686-9161-C9801640A255}" destId="{ABCD0C6B-6323-4331-A674-0CA97EDFE11C}" srcOrd="0" destOrd="0" presId="urn:microsoft.com/office/officeart/2005/8/layout/hierarchy1"/>
    <dgm:cxn modelId="{25E4D602-D561-4603-BD14-97CF17DAAEE9}" type="presParOf" srcId="{ABCD0C6B-6323-4331-A674-0CA97EDFE11C}" destId="{60F5E81D-E8A6-4F60-B360-ED1D153AEA18}" srcOrd="0" destOrd="0" presId="urn:microsoft.com/office/officeart/2005/8/layout/hierarchy1"/>
    <dgm:cxn modelId="{A938E86F-896F-4EC5-AB50-2093E10AC8D1}" type="presParOf" srcId="{60F5E81D-E8A6-4F60-B360-ED1D153AEA18}" destId="{A655CFDF-D2DC-4653-8E02-98E7F9CF6D38}" srcOrd="0" destOrd="0" presId="urn:microsoft.com/office/officeart/2005/8/layout/hierarchy1"/>
    <dgm:cxn modelId="{C8C11CC4-269B-40BA-BA85-49567D032070}" type="presParOf" srcId="{60F5E81D-E8A6-4F60-B360-ED1D153AEA18}" destId="{0CD77418-D62E-4D31-B4B9-C29861C8596B}" srcOrd="1" destOrd="0" presId="urn:microsoft.com/office/officeart/2005/8/layout/hierarchy1"/>
    <dgm:cxn modelId="{EF159F38-D2C7-40F3-A2B9-70886130CB26}" type="presParOf" srcId="{ABCD0C6B-6323-4331-A674-0CA97EDFE11C}" destId="{6D5E3BFF-7D3D-4CA2-98C0-FB056CD677E8}" srcOrd="1" destOrd="0" presId="urn:microsoft.com/office/officeart/2005/8/layout/hierarchy1"/>
    <dgm:cxn modelId="{BA8ABECC-BDC3-4E06-9694-82A7C9DC8A7A}" type="presParOf" srcId="{A1C6AD9D-9DCD-4686-9161-C9801640A255}" destId="{B30EFE79-282C-4962-B410-54D2EE69D2EB}" srcOrd="1" destOrd="0" presId="urn:microsoft.com/office/officeart/2005/8/layout/hierarchy1"/>
    <dgm:cxn modelId="{3BA95A77-4422-4D1B-9541-57E4944FDE1F}" type="presParOf" srcId="{B30EFE79-282C-4962-B410-54D2EE69D2EB}" destId="{63598FBE-BE34-43F4-B9FA-6467EBA4F0A9}" srcOrd="0" destOrd="0" presId="urn:microsoft.com/office/officeart/2005/8/layout/hierarchy1"/>
    <dgm:cxn modelId="{F71C125A-25B5-4AF6-917C-9703BCD28556}" type="presParOf" srcId="{63598FBE-BE34-43F4-B9FA-6467EBA4F0A9}" destId="{3D64FC53-340A-4E9E-94CC-97143C4FED1D}" srcOrd="0" destOrd="0" presId="urn:microsoft.com/office/officeart/2005/8/layout/hierarchy1"/>
    <dgm:cxn modelId="{FEB0B670-E386-49DE-ADA0-6E2FA28D7E88}" type="presParOf" srcId="{63598FBE-BE34-43F4-B9FA-6467EBA4F0A9}" destId="{992A1C65-A8FC-4A59-A4BA-B2AEF2BD02F4}" srcOrd="1" destOrd="0" presId="urn:microsoft.com/office/officeart/2005/8/layout/hierarchy1"/>
    <dgm:cxn modelId="{6AC08DEA-AB9E-41F7-AED8-176284A8EB7D}" type="presParOf" srcId="{B30EFE79-282C-4962-B410-54D2EE69D2EB}" destId="{6BF3F261-864F-4DEC-8824-A8B47A3FF5A3}" srcOrd="1" destOrd="0" presId="urn:microsoft.com/office/officeart/2005/8/layout/hierarchy1"/>
    <dgm:cxn modelId="{5B7F7051-5E67-4A06-9A5F-C8B1A3DF3695}" type="presParOf" srcId="{A1C6AD9D-9DCD-4686-9161-C9801640A255}" destId="{3034BC1F-4189-48C5-8A36-31A138700844}" srcOrd="2" destOrd="0" presId="urn:microsoft.com/office/officeart/2005/8/layout/hierarchy1"/>
    <dgm:cxn modelId="{F9F5C007-799E-4C5F-AEFC-8C39C4C1E676}" type="presParOf" srcId="{3034BC1F-4189-48C5-8A36-31A138700844}" destId="{4FBAA6F4-7392-4357-A187-9ACC74CCDDD6}" srcOrd="0" destOrd="0" presId="urn:microsoft.com/office/officeart/2005/8/layout/hierarchy1"/>
    <dgm:cxn modelId="{BE22701E-49AC-462F-98AE-F138794E1B0C}" type="presParOf" srcId="{4FBAA6F4-7392-4357-A187-9ACC74CCDDD6}" destId="{0999A895-DD78-4CBC-B297-EC69FC591899}" srcOrd="0" destOrd="0" presId="urn:microsoft.com/office/officeart/2005/8/layout/hierarchy1"/>
    <dgm:cxn modelId="{6EA0F48D-E9A3-4042-965A-0B6A6A14820E}" type="presParOf" srcId="{4FBAA6F4-7392-4357-A187-9ACC74CCDDD6}" destId="{C7303695-C7EE-4FBA-B68E-7FA1748971F3}" srcOrd="1" destOrd="0" presId="urn:microsoft.com/office/officeart/2005/8/layout/hierarchy1"/>
    <dgm:cxn modelId="{27919B20-15CF-4D40-ADA4-FFC4E1BBA02F}" type="presParOf" srcId="{3034BC1F-4189-48C5-8A36-31A138700844}" destId="{91B024DE-28CF-4968-AAFC-9A979E422DC8}" srcOrd="1" destOrd="0" presId="urn:microsoft.com/office/officeart/2005/8/layout/hierarchy1"/>
    <dgm:cxn modelId="{18E7D3D7-B0A1-4188-A219-A6D823F2595C}" type="presParOf" srcId="{A1C6AD9D-9DCD-4686-9161-C9801640A255}" destId="{15B9DC1F-756D-4563-ADF1-0EEB8FA42725}" srcOrd="3" destOrd="0" presId="urn:microsoft.com/office/officeart/2005/8/layout/hierarchy1"/>
    <dgm:cxn modelId="{36550BD8-EA01-4E0A-A227-3B9540E7D3D8}" type="presParOf" srcId="{15B9DC1F-756D-4563-ADF1-0EEB8FA42725}" destId="{73D25BD1-BE78-4E07-B638-90B0C16ED2B5}" srcOrd="0" destOrd="0" presId="urn:microsoft.com/office/officeart/2005/8/layout/hierarchy1"/>
    <dgm:cxn modelId="{E0A8A1DA-215B-483E-A1C2-FE5D197B9D5C}" type="presParOf" srcId="{73D25BD1-BE78-4E07-B638-90B0C16ED2B5}" destId="{A1E97D07-A773-465D-A6DE-A6890B1BC59C}" srcOrd="0" destOrd="0" presId="urn:microsoft.com/office/officeart/2005/8/layout/hierarchy1"/>
    <dgm:cxn modelId="{B1D7D98A-EB16-465C-9363-B59B133F15D3}" type="presParOf" srcId="{73D25BD1-BE78-4E07-B638-90B0C16ED2B5}" destId="{86B3CB04-E4D9-4B37-96CD-AF902C777A59}" srcOrd="1" destOrd="0" presId="urn:microsoft.com/office/officeart/2005/8/layout/hierarchy1"/>
    <dgm:cxn modelId="{D1CD73D4-27E0-4CFF-B427-5C5D9AFF4B33}" type="presParOf" srcId="{15B9DC1F-756D-4563-ADF1-0EEB8FA42725}" destId="{3D5956A4-5B08-49BD-9679-968445CFB1D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CA75B7C-1855-4127-93DD-B9A3445F967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17C328-3ACF-4935-AD1B-77522D130D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Improved knowledge of </a:t>
          </a:r>
          <a:r>
            <a:rPr lang="en-US" b="1" i="0" baseline="0"/>
            <a:t>C#, WPF, and event-driven programming</a:t>
          </a:r>
          <a:r>
            <a:rPr lang="en-US" b="0" i="0" baseline="0"/>
            <a:t>.</a:t>
          </a:r>
          <a:endParaRPr lang="en-US"/>
        </a:p>
      </dgm:t>
    </dgm:pt>
    <dgm:pt modelId="{13D82C83-53A5-4C05-8F70-7B9A4C47946B}" type="parTrans" cxnId="{25BC284D-9F28-46BB-9C11-0A5DEF8C28D5}">
      <dgm:prSet/>
      <dgm:spPr/>
      <dgm:t>
        <a:bodyPr/>
        <a:lstStyle/>
        <a:p>
          <a:endParaRPr lang="en-US"/>
        </a:p>
      </dgm:t>
    </dgm:pt>
    <dgm:pt modelId="{50EFC43D-CBF0-4D12-87C6-44F982A8E79C}" type="sibTrans" cxnId="{25BC284D-9F28-46BB-9C11-0A5DEF8C28D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E344696-6BF5-4312-BB6B-684F979B17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Applied </a:t>
          </a:r>
          <a:r>
            <a:rPr lang="en-US" b="1" i="0" baseline="0"/>
            <a:t>user-centred design principles</a:t>
          </a:r>
          <a:r>
            <a:rPr lang="en-US" b="0" i="0" baseline="0"/>
            <a:t> for usability.</a:t>
          </a:r>
          <a:endParaRPr lang="en-US"/>
        </a:p>
      </dgm:t>
    </dgm:pt>
    <dgm:pt modelId="{8182A91E-7E27-420D-8D6D-65686AF64FD7}" type="parTrans" cxnId="{2A747417-4922-4DB4-AC6A-395D72324372}">
      <dgm:prSet/>
      <dgm:spPr/>
      <dgm:t>
        <a:bodyPr/>
        <a:lstStyle/>
        <a:p>
          <a:endParaRPr lang="en-US"/>
        </a:p>
      </dgm:t>
    </dgm:pt>
    <dgm:pt modelId="{9DF7D8A0-1C9D-4EFA-A211-8992932CA9B9}" type="sibTrans" cxnId="{2A747417-4922-4DB4-AC6A-395D7232437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24F9468-6543-46A8-8298-D0EBD92451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Learned to structure code for modularity and future scalability.</a:t>
          </a:r>
          <a:endParaRPr lang="en-US"/>
        </a:p>
      </dgm:t>
    </dgm:pt>
    <dgm:pt modelId="{1F17767D-6305-45EE-85E3-CE97FCA8A5A0}" type="parTrans" cxnId="{A45EAF75-FB12-43A6-B87D-EB34143B71C3}">
      <dgm:prSet/>
      <dgm:spPr/>
      <dgm:t>
        <a:bodyPr/>
        <a:lstStyle/>
        <a:p>
          <a:endParaRPr lang="en-US"/>
        </a:p>
      </dgm:t>
    </dgm:pt>
    <dgm:pt modelId="{9C9CAE73-FA0E-44D3-96AD-FBCBA356B14E}" type="sibTrans" cxnId="{A45EAF75-FB12-43A6-B87D-EB34143B71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EBAA366-CBE6-4986-A659-BC3F992EBD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Gained practical experience in </a:t>
          </a:r>
          <a:r>
            <a:rPr lang="en-US" b="1" i="0" baseline="0"/>
            <a:t>workflow automation</a:t>
          </a:r>
          <a:r>
            <a:rPr lang="en-US" b="0" i="0" baseline="0"/>
            <a:t> and role-based systems.</a:t>
          </a:r>
          <a:endParaRPr lang="en-US"/>
        </a:p>
      </dgm:t>
    </dgm:pt>
    <dgm:pt modelId="{8036B1DB-CBD8-494F-932E-01EDF5AE0CD7}" type="parTrans" cxnId="{FBB460B5-BC7C-40A2-A2F8-E5F2C9FC8A46}">
      <dgm:prSet/>
      <dgm:spPr/>
      <dgm:t>
        <a:bodyPr/>
        <a:lstStyle/>
        <a:p>
          <a:endParaRPr lang="en-US"/>
        </a:p>
      </dgm:t>
    </dgm:pt>
    <dgm:pt modelId="{F80051AD-51C7-49D0-903D-CBE15F86DE58}" type="sibTrans" cxnId="{FBB460B5-BC7C-40A2-A2F8-E5F2C9FC8A46}">
      <dgm:prSet/>
      <dgm:spPr/>
      <dgm:t>
        <a:bodyPr/>
        <a:lstStyle/>
        <a:p>
          <a:endParaRPr lang="en-US"/>
        </a:p>
      </dgm:t>
    </dgm:pt>
    <dgm:pt modelId="{CAAA3B30-A219-4D03-B45C-834DE1D1207A}" type="pres">
      <dgm:prSet presAssocID="{7CA75B7C-1855-4127-93DD-B9A3445F9672}" presName="root" presStyleCnt="0">
        <dgm:presLayoutVars>
          <dgm:dir/>
          <dgm:resizeHandles val="exact"/>
        </dgm:presLayoutVars>
      </dgm:prSet>
      <dgm:spPr/>
    </dgm:pt>
    <dgm:pt modelId="{5DA78943-A42F-4C65-B2EC-FB685098D827}" type="pres">
      <dgm:prSet presAssocID="{7CA75B7C-1855-4127-93DD-B9A3445F9672}" presName="container" presStyleCnt="0">
        <dgm:presLayoutVars>
          <dgm:dir/>
          <dgm:resizeHandles val="exact"/>
        </dgm:presLayoutVars>
      </dgm:prSet>
      <dgm:spPr/>
    </dgm:pt>
    <dgm:pt modelId="{23901DB6-3363-4F7F-AFA7-5272D45A8B05}" type="pres">
      <dgm:prSet presAssocID="{FF17C328-3ACF-4935-AD1B-77522D130D4C}" presName="compNode" presStyleCnt="0"/>
      <dgm:spPr/>
    </dgm:pt>
    <dgm:pt modelId="{3C2CC9FB-4501-4C83-B8FE-686B2063A34F}" type="pres">
      <dgm:prSet presAssocID="{FF17C328-3ACF-4935-AD1B-77522D130D4C}" presName="iconBgRect" presStyleLbl="bgShp" presStyleIdx="0" presStyleCnt="4"/>
      <dgm:spPr/>
    </dgm:pt>
    <dgm:pt modelId="{06DC8A03-BC62-424B-9185-09975DEDEA01}" type="pres">
      <dgm:prSet presAssocID="{FF17C328-3ACF-4935-AD1B-77522D130D4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094EF51-555F-44D1-9C86-E2D6D0405652}" type="pres">
      <dgm:prSet presAssocID="{FF17C328-3ACF-4935-AD1B-77522D130D4C}" presName="spaceRect" presStyleCnt="0"/>
      <dgm:spPr/>
    </dgm:pt>
    <dgm:pt modelId="{78DF01BD-F5CC-4144-85F2-F9AF2FCC9D6A}" type="pres">
      <dgm:prSet presAssocID="{FF17C328-3ACF-4935-AD1B-77522D130D4C}" presName="textRect" presStyleLbl="revTx" presStyleIdx="0" presStyleCnt="4">
        <dgm:presLayoutVars>
          <dgm:chMax val="1"/>
          <dgm:chPref val="1"/>
        </dgm:presLayoutVars>
      </dgm:prSet>
      <dgm:spPr/>
    </dgm:pt>
    <dgm:pt modelId="{ECF24752-BBC0-4E56-96C0-32644DBE14C1}" type="pres">
      <dgm:prSet presAssocID="{50EFC43D-CBF0-4D12-87C6-44F982A8E79C}" presName="sibTrans" presStyleLbl="sibTrans2D1" presStyleIdx="0" presStyleCnt="0"/>
      <dgm:spPr/>
    </dgm:pt>
    <dgm:pt modelId="{38729ED7-A5A1-42C0-BA75-8937E2DCA4B5}" type="pres">
      <dgm:prSet presAssocID="{AE344696-6BF5-4312-BB6B-684F979B179D}" presName="compNode" presStyleCnt="0"/>
      <dgm:spPr/>
    </dgm:pt>
    <dgm:pt modelId="{761C0DA3-44A3-4825-BB30-FCB03F5F0C8F}" type="pres">
      <dgm:prSet presAssocID="{AE344696-6BF5-4312-BB6B-684F979B179D}" presName="iconBgRect" presStyleLbl="bgShp" presStyleIdx="1" presStyleCnt="4"/>
      <dgm:spPr/>
    </dgm:pt>
    <dgm:pt modelId="{CE057705-F5F2-4BEF-89B8-E3B389F5898B}" type="pres">
      <dgm:prSet presAssocID="{AE344696-6BF5-4312-BB6B-684F979B179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C812288-C226-4E9E-B5BE-3681B4BAE0FD}" type="pres">
      <dgm:prSet presAssocID="{AE344696-6BF5-4312-BB6B-684F979B179D}" presName="spaceRect" presStyleCnt="0"/>
      <dgm:spPr/>
    </dgm:pt>
    <dgm:pt modelId="{1B3349B0-EAFE-4612-9F29-6241F380E355}" type="pres">
      <dgm:prSet presAssocID="{AE344696-6BF5-4312-BB6B-684F979B179D}" presName="textRect" presStyleLbl="revTx" presStyleIdx="1" presStyleCnt="4">
        <dgm:presLayoutVars>
          <dgm:chMax val="1"/>
          <dgm:chPref val="1"/>
        </dgm:presLayoutVars>
      </dgm:prSet>
      <dgm:spPr/>
    </dgm:pt>
    <dgm:pt modelId="{CC122BAE-35F0-497B-AB13-3F3E918FBD24}" type="pres">
      <dgm:prSet presAssocID="{9DF7D8A0-1C9D-4EFA-A211-8992932CA9B9}" presName="sibTrans" presStyleLbl="sibTrans2D1" presStyleIdx="0" presStyleCnt="0"/>
      <dgm:spPr/>
    </dgm:pt>
    <dgm:pt modelId="{69C88A4B-A6DF-498D-9467-C0790BB5CAFC}" type="pres">
      <dgm:prSet presAssocID="{324F9468-6543-46A8-8298-D0EBD924512A}" presName="compNode" presStyleCnt="0"/>
      <dgm:spPr/>
    </dgm:pt>
    <dgm:pt modelId="{6EF9C3D0-6009-4DE0-959A-A83318406C4E}" type="pres">
      <dgm:prSet presAssocID="{324F9468-6543-46A8-8298-D0EBD924512A}" presName="iconBgRect" presStyleLbl="bgShp" presStyleIdx="2" presStyleCnt="4"/>
      <dgm:spPr/>
    </dgm:pt>
    <dgm:pt modelId="{B2882E2E-25CD-4CA7-8BCB-130702C4EBBE}" type="pres">
      <dgm:prSet presAssocID="{324F9468-6543-46A8-8298-D0EBD92451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282C3E4-D7D0-471C-81B8-C26DF26816C6}" type="pres">
      <dgm:prSet presAssocID="{324F9468-6543-46A8-8298-D0EBD924512A}" presName="spaceRect" presStyleCnt="0"/>
      <dgm:spPr/>
    </dgm:pt>
    <dgm:pt modelId="{7E022C34-88D9-4EB6-898E-1E9B460DD01C}" type="pres">
      <dgm:prSet presAssocID="{324F9468-6543-46A8-8298-D0EBD924512A}" presName="textRect" presStyleLbl="revTx" presStyleIdx="2" presStyleCnt="4">
        <dgm:presLayoutVars>
          <dgm:chMax val="1"/>
          <dgm:chPref val="1"/>
        </dgm:presLayoutVars>
      </dgm:prSet>
      <dgm:spPr/>
    </dgm:pt>
    <dgm:pt modelId="{C64BED3B-B8F7-42BF-980A-13505781ED8D}" type="pres">
      <dgm:prSet presAssocID="{9C9CAE73-FA0E-44D3-96AD-FBCBA356B14E}" presName="sibTrans" presStyleLbl="sibTrans2D1" presStyleIdx="0" presStyleCnt="0"/>
      <dgm:spPr/>
    </dgm:pt>
    <dgm:pt modelId="{8B995EEF-674E-453A-BB6D-D7AF5FDE3491}" type="pres">
      <dgm:prSet presAssocID="{DEBAA366-CBE6-4986-A659-BC3F992EBD99}" presName="compNode" presStyleCnt="0"/>
      <dgm:spPr/>
    </dgm:pt>
    <dgm:pt modelId="{2B7AE600-9C39-4ABD-BD2E-2234BCA35F3B}" type="pres">
      <dgm:prSet presAssocID="{DEBAA366-CBE6-4986-A659-BC3F992EBD99}" presName="iconBgRect" presStyleLbl="bgShp" presStyleIdx="3" presStyleCnt="4"/>
      <dgm:spPr/>
    </dgm:pt>
    <dgm:pt modelId="{16750B71-2C98-4A8D-8CEA-29EB5F58B002}" type="pres">
      <dgm:prSet presAssocID="{DEBAA366-CBE6-4986-A659-BC3F992EBD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776E1B1-9948-42EA-859D-BAC719A2DC64}" type="pres">
      <dgm:prSet presAssocID="{DEBAA366-CBE6-4986-A659-BC3F992EBD99}" presName="spaceRect" presStyleCnt="0"/>
      <dgm:spPr/>
    </dgm:pt>
    <dgm:pt modelId="{97BB508D-6B8F-46C7-8370-67E4CE6CF4F8}" type="pres">
      <dgm:prSet presAssocID="{DEBAA366-CBE6-4986-A659-BC3F992EBD9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A448306-3FC8-4F79-9BAD-C0196C328447}" type="presOf" srcId="{324F9468-6543-46A8-8298-D0EBD924512A}" destId="{7E022C34-88D9-4EB6-898E-1E9B460DD01C}" srcOrd="0" destOrd="0" presId="urn:microsoft.com/office/officeart/2018/2/layout/IconCircleList"/>
    <dgm:cxn modelId="{6DAE6D0B-A896-4B3C-963A-D7DC44678D77}" type="presOf" srcId="{50EFC43D-CBF0-4D12-87C6-44F982A8E79C}" destId="{ECF24752-BBC0-4E56-96C0-32644DBE14C1}" srcOrd="0" destOrd="0" presId="urn:microsoft.com/office/officeart/2018/2/layout/IconCircleList"/>
    <dgm:cxn modelId="{2A747417-4922-4DB4-AC6A-395D72324372}" srcId="{7CA75B7C-1855-4127-93DD-B9A3445F9672}" destId="{AE344696-6BF5-4312-BB6B-684F979B179D}" srcOrd="1" destOrd="0" parTransId="{8182A91E-7E27-420D-8D6D-65686AF64FD7}" sibTransId="{9DF7D8A0-1C9D-4EFA-A211-8992932CA9B9}"/>
    <dgm:cxn modelId="{84174222-141E-4B0F-B088-896F5A2AAC76}" type="presOf" srcId="{7CA75B7C-1855-4127-93DD-B9A3445F9672}" destId="{CAAA3B30-A219-4D03-B45C-834DE1D1207A}" srcOrd="0" destOrd="0" presId="urn:microsoft.com/office/officeart/2018/2/layout/IconCircleList"/>
    <dgm:cxn modelId="{45822D2E-09CE-405C-B9A3-E46537C3310F}" type="presOf" srcId="{AE344696-6BF5-4312-BB6B-684F979B179D}" destId="{1B3349B0-EAFE-4612-9F29-6241F380E355}" srcOrd="0" destOrd="0" presId="urn:microsoft.com/office/officeart/2018/2/layout/IconCircleList"/>
    <dgm:cxn modelId="{D434C23F-6782-416A-8008-46B3A261B71E}" type="presOf" srcId="{9DF7D8A0-1C9D-4EFA-A211-8992932CA9B9}" destId="{CC122BAE-35F0-497B-AB13-3F3E918FBD24}" srcOrd="0" destOrd="0" presId="urn:microsoft.com/office/officeart/2018/2/layout/IconCircleList"/>
    <dgm:cxn modelId="{25BC284D-9F28-46BB-9C11-0A5DEF8C28D5}" srcId="{7CA75B7C-1855-4127-93DD-B9A3445F9672}" destId="{FF17C328-3ACF-4935-AD1B-77522D130D4C}" srcOrd="0" destOrd="0" parTransId="{13D82C83-53A5-4C05-8F70-7B9A4C47946B}" sibTransId="{50EFC43D-CBF0-4D12-87C6-44F982A8E79C}"/>
    <dgm:cxn modelId="{A45EAF75-FB12-43A6-B87D-EB34143B71C3}" srcId="{7CA75B7C-1855-4127-93DD-B9A3445F9672}" destId="{324F9468-6543-46A8-8298-D0EBD924512A}" srcOrd="2" destOrd="0" parTransId="{1F17767D-6305-45EE-85E3-CE97FCA8A5A0}" sibTransId="{9C9CAE73-FA0E-44D3-96AD-FBCBA356B14E}"/>
    <dgm:cxn modelId="{C89BE759-8896-4001-B2A8-D6BDBE73DFD1}" type="presOf" srcId="{9C9CAE73-FA0E-44D3-96AD-FBCBA356B14E}" destId="{C64BED3B-B8F7-42BF-980A-13505781ED8D}" srcOrd="0" destOrd="0" presId="urn:microsoft.com/office/officeart/2018/2/layout/IconCircleList"/>
    <dgm:cxn modelId="{5B127387-EAB4-4DE4-B183-B716C12BC348}" type="presOf" srcId="{FF17C328-3ACF-4935-AD1B-77522D130D4C}" destId="{78DF01BD-F5CC-4144-85F2-F9AF2FCC9D6A}" srcOrd="0" destOrd="0" presId="urn:microsoft.com/office/officeart/2018/2/layout/IconCircleList"/>
    <dgm:cxn modelId="{5B3D02A7-350D-408D-BC1D-B7CC538151E2}" type="presOf" srcId="{DEBAA366-CBE6-4986-A659-BC3F992EBD99}" destId="{97BB508D-6B8F-46C7-8370-67E4CE6CF4F8}" srcOrd="0" destOrd="0" presId="urn:microsoft.com/office/officeart/2018/2/layout/IconCircleList"/>
    <dgm:cxn modelId="{FBB460B5-BC7C-40A2-A2F8-E5F2C9FC8A46}" srcId="{7CA75B7C-1855-4127-93DD-B9A3445F9672}" destId="{DEBAA366-CBE6-4986-A659-BC3F992EBD99}" srcOrd="3" destOrd="0" parTransId="{8036B1DB-CBD8-494F-932E-01EDF5AE0CD7}" sibTransId="{F80051AD-51C7-49D0-903D-CBE15F86DE58}"/>
    <dgm:cxn modelId="{30635CA8-9165-4776-B564-74A3D5B6D38E}" type="presParOf" srcId="{CAAA3B30-A219-4D03-B45C-834DE1D1207A}" destId="{5DA78943-A42F-4C65-B2EC-FB685098D827}" srcOrd="0" destOrd="0" presId="urn:microsoft.com/office/officeart/2018/2/layout/IconCircleList"/>
    <dgm:cxn modelId="{3622FFD2-95A3-43F6-BC24-76A856FF9FC6}" type="presParOf" srcId="{5DA78943-A42F-4C65-B2EC-FB685098D827}" destId="{23901DB6-3363-4F7F-AFA7-5272D45A8B05}" srcOrd="0" destOrd="0" presId="urn:microsoft.com/office/officeart/2018/2/layout/IconCircleList"/>
    <dgm:cxn modelId="{859F2107-1390-42EA-AFE1-30FD1D6D2156}" type="presParOf" srcId="{23901DB6-3363-4F7F-AFA7-5272D45A8B05}" destId="{3C2CC9FB-4501-4C83-B8FE-686B2063A34F}" srcOrd="0" destOrd="0" presId="urn:microsoft.com/office/officeart/2018/2/layout/IconCircleList"/>
    <dgm:cxn modelId="{45AA5989-4408-4209-AEE6-059C05F9E745}" type="presParOf" srcId="{23901DB6-3363-4F7F-AFA7-5272D45A8B05}" destId="{06DC8A03-BC62-424B-9185-09975DEDEA01}" srcOrd="1" destOrd="0" presId="urn:microsoft.com/office/officeart/2018/2/layout/IconCircleList"/>
    <dgm:cxn modelId="{8CB848CE-2C13-4E10-BA27-07920C7D7BD6}" type="presParOf" srcId="{23901DB6-3363-4F7F-AFA7-5272D45A8B05}" destId="{9094EF51-555F-44D1-9C86-E2D6D0405652}" srcOrd="2" destOrd="0" presId="urn:microsoft.com/office/officeart/2018/2/layout/IconCircleList"/>
    <dgm:cxn modelId="{FC90C8D7-E1FC-4B80-B21A-5D0FEDC91C9D}" type="presParOf" srcId="{23901DB6-3363-4F7F-AFA7-5272D45A8B05}" destId="{78DF01BD-F5CC-4144-85F2-F9AF2FCC9D6A}" srcOrd="3" destOrd="0" presId="urn:microsoft.com/office/officeart/2018/2/layout/IconCircleList"/>
    <dgm:cxn modelId="{20D44594-A2F4-484A-BF33-39DC5982FEDB}" type="presParOf" srcId="{5DA78943-A42F-4C65-B2EC-FB685098D827}" destId="{ECF24752-BBC0-4E56-96C0-32644DBE14C1}" srcOrd="1" destOrd="0" presId="urn:microsoft.com/office/officeart/2018/2/layout/IconCircleList"/>
    <dgm:cxn modelId="{1F26C8F7-8049-4903-A6C3-D6B84B94F326}" type="presParOf" srcId="{5DA78943-A42F-4C65-B2EC-FB685098D827}" destId="{38729ED7-A5A1-42C0-BA75-8937E2DCA4B5}" srcOrd="2" destOrd="0" presId="urn:microsoft.com/office/officeart/2018/2/layout/IconCircleList"/>
    <dgm:cxn modelId="{6EC019BA-EB5E-4F0F-8D70-41B38D8BC9BC}" type="presParOf" srcId="{38729ED7-A5A1-42C0-BA75-8937E2DCA4B5}" destId="{761C0DA3-44A3-4825-BB30-FCB03F5F0C8F}" srcOrd="0" destOrd="0" presId="urn:microsoft.com/office/officeart/2018/2/layout/IconCircleList"/>
    <dgm:cxn modelId="{FBBA0008-A6DC-4B9F-AA04-92A3010F4B5C}" type="presParOf" srcId="{38729ED7-A5A1-42C0-BA75-8937E2DCA4B5}" destId="{CE057705-F5F2-4BEF-89B8-E3B389F5898B}" srcOrd="1" destOrd="0" presId="urn:microsoft.com/office/officeart/2018/2/layout/IconCircleList"/>
    <dgm:cxn modelId="{3BE13D1F-EC8D-41A3-B62A-FEB0FBA90F8B}" type="presParOf" srcId="{38729ED7-A5A1-42C0-BA75-8937E2DCA4B5}" destId="{9C812288-C226-4E9E-B5BE-3681B4BAE0FD}" srcOrd="2" destOrd="0" presId="urn:microsoft.com/office/officeart/2018/2/layout/IconCircleList"/>
    <dgm:cxn modelId="{974E3A84-0D92-48C0-B9E4-56FB98A98E88}" type="presParOf" srcId="{38729ED7-A5A1-42C0-BA75-8937E2DCA4B5}" destId="{1B3349B0-EAFE-4612-9F29-6241F380E355}" srcOrd="3" destOrd="0" presId="urn:microsoft.com/office/officeart/2018/2/layout/IconCircleList"/>
    <dgm:cxn modelId="{C51D558B-FF2D-41D2-9B04-E9711D70F76A}" type="presParOf" srcId="{5DA78943-A42F-4C65-B2EC-FB685098D827}" destId="{CC122BAE-35F0-497B-AB13-3F3E918FBD24}" srcOrd="3" destOrd="0" presId="urn:microsoft.com/office/officeart/2018/2/layout/IconCircleList"/>
    <dgm:cxn modelId="{F83B92AC-D084-4BFB-9712-C289F2634CFB}" type="presParOf" srcId="{5DA78943-A42F-4C65-B2EC-FB685098D827}" destId="{69C88A4B-A6DF-498D-9467-C0790BB5CAFC}" srcOrd="4" destOrd="0" presId="urn:microsoft.com/office/officeart/2018/2/layout/IconCircleList"/>
    <dgm:cxn modelId="{81924E91-9E6E-45EE-960E-A709B72BCD0B}" type="presParOf" srcId="{69C88A4B-A6DF-498D-9467-C0790BB5CAFC}" destId="{6EF9C3D0-6009-4DE0-959A-A83318406C4E}" srcOrd="0" destOrd="0" presId="urn:microsoft.com/office/officeart/2018/2/layout/IconCircleList"/>
    <dgm:cxn modelId="{87C5794F-1F1B-4098-88B8-1125EA398B38}" type="presParOf" srcId="{69C88A4B-A6DF-498D-9467-C0790BB5CAFC}" destId="{B2882E2E-25CD-4CA7-8BCB-130702C4EBBE}" srcOrd="1" destOrd="0" presId="urn:microsoft.com/office/officeart/2018/2/layout/IconCircleList"/>
    <dgm:cxn modelId="{E43FC77D-1BEE-4077-8AB8-C929D28139D2}" type="presParOf" srcId="{69C88A4B-A6DF-498D-9467-C0790BB5CAFC}" destId="{9282C3E4-D7D0-471C-81B8-C26DF26816C6}" srcOrd="2" destOrd="0" presId="urn:microsoft.com/office/officeart/2018/2/layout/IconCircleList"/>
    <dgm:cxn modelId="{6C0D8F8F-9459-4E78-9785-C1F1BEF5F9A1}" type="presParOf" srcId="{69C88A4B-A6DF-498D-9467-C0790BB5CAFC}" destId="{7E022C34-88D9-4EB6-898E-1E9B460DD01C}" srcOrd="3" destOrd="0" presId="urn:microsoft.com/office/officeart/2018/2/layout/IconCircleList"/>
    <dgm:cxn modelId="{727E8A2E-A1CA-40B1-B96B-54D0AAEE7BA8}" type="presParOf" srcId="{5DA78943-A42F-4C65-B2EC-FB685098D827}" destId="{C64BED3B-B8F7-42BF-980A-13505781ED8D}" srcOrd="5" destOrd="0" presId="urn:microsoft.com/office/officeart/2018/2/layout/IconCircleList"/>
    <dgm:cxn modelId="{782CA759-2644-423A-87B8-DCB24B88ABBC}" type="presParOf" srcId="{5DA78943-A42F-4C65-B2EC-FB685098D827}" destId="{8B995EEF-674E-453A-BB6D-D7AF5FDE3491}" srcOrd="6" destOrd="0" presId="urn:microsoft.com/office/officeart/2018/2/layout/IconCircleList"/>
    <dgm:cxn modelId="{024DDCD6-5956-440C-8E6F-914343F19CB2}" type="presParOf" srcId="{8B995EEF-674E-453A-BB6D-D7AF5FDE3491}" destId="{2B7AE600-9C39-4ABD-BD2E-2234BCA35F3B}" srcOrd="0" destOrd="0" presId="urn:microsoft.com/office/officeart/2018/2/layout/IconCircleList"/>
    <dgm:cxn modelId="{12341184-DBDE-459A-982F-59D72699A5E7}" type="presParOf" srcId="{8B995EEF-674E-453A-BB6D-D7AF5FDE3491}" destId="{16750B71-2C98-4A8D-8CEA-29EB5F58B002}" srcOrd="1" destOrd="0" presId="urn:microsoft.com/office/officeart/2018/2/layout/IconCircleList"/>
    <dgm:cxn modelId="{64379E5C-E700-4EE4-B284-970DB938A217}" type="presParOf" srcId="{8B995EEF-674E-453A-BB6D-D7AF5FDE3491}" destId="{3776E1B1-9948-42EA-859D-BAC719A2DC64}" srcOrd="2" destOrd="0" presId="urn:microsoft.com/office/officeart/2018/2/layout/IconCircleList"/>
    <dgm:cxn modelId="{D5A2F317-C351-4684-91A0-C6D45FE6156A}" type="presParOf" srcId="{8B995EEF-674E-453A-BB6D-D7AF5FDE3491}" destId="{97BB508D-6B8F-46C7-8370-67E4CE6CF4F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9D370-EE0E-4541-A97E-5DDFC259C2CA}">
      <dsp:nvSpPr>
        <dsp:cNvPr id="0" name=""/>
        <dsp:cNvSpPr/>
      </dsp:nvSpPr>
      <dsp:spPr>
        <a:xfrm>
          <a:off x="0" y="228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4C7C12-9A1B-4D4A-923A-0398EBBB62C6}">
      <dsp:nvSpPr>
        <dsp:cNvPr id="0" name=""/>
        <dsp:cNvSpPr/>
      </dsp:nvSpPr>
      <dsp:spPr>
        <a:xfrm>
          <a:off x="349915" y="262549"/>
          <a:ext cx="636209" cy="6362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98DE8-45AA-47BB-B569-3D54575CCDBA}">
      <dsp:nvSpPr>
        <dsp:cNvPr id="0" name=""/>
        <dsp:cNvSpPr/>
      </dsp:nvSpPr>
      <dsp:spPr>
        <a:xfrm>
          <a:off x="1336039" y="2282"/>
          <a:ext cx="2777376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Role-based workflow with four users: </a:t>
          </a:r>
          <a:endParaRPr lang="en-US" sz="2200" kern="1200"/>
        </a:p>
      </dsp:txBody>
      <dsp:txXfrm>
        <a:off x="1336039" y="2282"/>
        <a:ext cx="2777376" cy="1156744"/>
      </dsp:txXfrm>
    </dsp:sp>
    <dsp:sp modelId="{2A371269-02E1-4729-9E82-79B8D2AAFB7D}">
      <dsp:nvSpPr>
        <dsp:cNvPr id="0" name=""/>
        <dsp:cNvSpPr/>
      </dsp:nvSpPr>
      <dsp:spPr>
        <a:xfrm>
          <a:off x="4113416" y="2282"/>
          <a:ext cx="2058531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Lecturer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Coordinator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Manager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HR. </a:t>
          </a:r>
          <a:endParaRPr lang="en-US" sz="1300" kern="1200"/>
        </a:p>
      </dsp:txBody>
      <dsp:txXfrm>
        <a:off x="4113416" y="2282"/>
        <a:ext cx="2058531" cy="1156744"/>
      </dsp:txXfrm>
    </dsp:sp>
    <dsp:sp modelId="{B93244E7-24FB-4F8D-B2C5-403829289698}">
      <dsp:nvSpPr>
        <dsp:cNvPr id="0" name=""/>
        <dsp:cNvSpPr/>
      </dsp:nvSpPr>
      <dsp:spPr>
        <a:xfrm>
          <a:off x="0" y="144821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2AAE3-1646-48AB-90DF-2C8D38CAC6A9}">
      <dsp:nvSpPr>
        <dsp:cNvPr id="0" name=""/>
        <dsp:cNvSpPr/>
      </dsp:nvSpPr>
      <dsp:spPr>
        <a:xfrm>
          <a:off x="349915" y="1708480"/>
          <a:ext cx="636209" cy="6362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6969A-998C-4FED-A208-A22C3FF59CFA}">
      <dsp:nvSpPr>
        <dsp:cNvPr id="0" name=""/>
        <dsp:cNvSpPr/>
      </dsp:nvSpPr>
      <dsp:spPr>
        <a:xfrm>
          <a:off x="1336039" y="144821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Automatic calculation of payments and status updates. </a:t>
          </a:r>
          <a:endParaRPr lang="en-US" sz="2200" kern="1200"/>
        </a:p>
      </dsp:txBody>
      <dsp:txXfrm>
        <a:off x="1336039" y="1448212"/>
        <a:ext cx="4835908" cy="1156744"/>
      </dsp:txXfrm>
    </dsp:sp>
    <dsp:sp modelId="{5D014043-9B42-4D35-81CE-38D9F7621121}">
      <dsp:nvSpPr>
        <dsp:cNvPr id="0" name=""/>
        <dsp:cNvSpPr/>
      </dsp:nvSpPr>
      <dsp:spPr>
        <a:xfrm>
          <a:off x="0" y="289414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8D9FFF-82CF-483C-8EA1-91F0E823339F}">
      <dsp:nvSpPr>
        <dsp:cNvPr id="0" name=""/>
        <dsp:cNvSpPr/>
      </dsp:nvSpPr>
      <dsp:spPr>
        <a:xfrm>
          <a:off x="349915" y="3154410"/>
          <a:ext cx="636209" cy="6362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DD2B4-B2A6-435D-89E3-C9337673337D}">
      <dsp:nvSpPr>
        <dsp:cNvPr id="0" name=""/>
        <dsp:cNvSpPr/>
      </dsp:nvSpPr>
      <dsp:spPr>
        <a:xfrm>
          <a:off x="1336039" y="289414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Upload and management of supporting documents. </a:t>
          </a:r>
          <a:endParaRPr lang="en-US" sz="2200" kern="1200"/>
        </a:p>
      </dsp:txBody>
      <dsp:txXfrm>
        <a:off x="1336039" y="2894143"/>
        <a:ext cx="4835908" cy="1156744"/>
      </dsp:txXfrm>
    </dsp:sp>
    <dsp:sp modelId="{C484BE90-E692-4851-8641-BC0B730636DF}">
      <dsp:nvSpPr>
        <dsp:cNvPr id="0" name=""/>
        <dsp:cNvSpPr/>
      </dsp:nvSpPr>
      <dsp:spPr>
        <a:xfrm>
          <a:off x="0" y="434007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ABC28D-DD01-41E3-86C1-DAE37EE269A6}">
      <dsp:nvSpPr>
        <dsp:cNvPr id="0" name=""/>
        <dsp:cNvSpPr/>
      </dsp:nvSpPr>
      <dsp:spPr>
        <a:xfrm>
          <a:off x="349915" y="4600340"/>
          <a:ext cx="636209" cy="6362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6E47A9-B0D3-4919-BA9A-060A91D992CF}">
      <dsp:nvSpPr>
        <dsp:cNvPr id="0" name=""/>
        <dsp:cNvSpPr/>
      </dsp:nvSpPr>
      <dsp:spPr>
        <a:xfrm>
          <a:off x="1336039" y="434007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Dashboard provides clear summary of approved, pending, and rejected claims.</a:t>
          </a:r>
          <a:endParaRPr lang="en-US" sz="2200" kern="1200"/>
        </a:p>
      </dsp:txBody>
      <dsp:txXfrm>
        <a:off x="1336039" y="4340073"/>
        <a:ext cx="4835908" cy="11567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12016-2A63-428D-A367-7604ADB1390D}">
      <dsp:nvSpPr>
        <dsp:cNvPr id="0" name=""/>
        <dsp:cNvSpPr/>
      </dsp:nvSpPr>
      <dsp:spPr>
        <a:xfrm>
          <a:off x="0" y="0"/>
          <a:ext cx="8553449" cy="8228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Improved </a:t>
          </a:r>
          <a:r>
            <a:rPr lang="en-US" sz="2200" b="1" i="0" kern="1200" baseline="0"/>
            <a:t>UI and design</a:t>
          </a:r>
          <a:r>
            <a:rPr lang="en-US" sz="2200" b="0" i="0" kern="1200" baseline="0"/>
            <a:t>: colour-coded dashboard, clear buttons, modern layout.</a:t>
          </a:r>
          <a:endParaRPr lang="en-US" sz="2200" kern="1200"/>
        </a:p>
      </dsp:txBody>
      <dsp:txXfrm>
        <a:off x="24100" y="24100"/>
        <a:ext cx="7596019" cy="774633"/>
      </dsp:txXfrm>
    </dsp:sp>
    <dsp:sp modelId="{8A9CC5D4-FB1B-43D1-AF63-364B23EB7E17}">
      <dsp:nvSpPr>
        <dsp:cNvPr id="0" name=""/>
        <dsp:cNvSpPr/>
      </dsp:nvSpPr>
      <dsp:spPr>
        <a:xfrm>
          <a:off x="716351" y="972439"/>
          <a:ext cx="8553449" cy="8228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Added role-based login system.</a:t>
          </a:r>
          <a:endParaRPr lang="en-US" sz="2200" kern="1200"/>
        </a:p>
      </dsp:txBody>
      <dsp:txXfrm>
        <a:off x="740451" y="996539"/>
        <a:ext cx="7254056" cy="774633"/>
      </dsp:txXfrm>
    </dsp:sp>
    <dsp:sp modelId="{88A97395-60F2-4E75-8E5A-7B0B5A6FB629}">
      <dsp:nvSpPr>
        <dsp:cNvPr id="0" name=""/>
        <dsp:cNvSpPr/>
      </dsp:nvSpPr>
      <dsp:spPr>
        <a:xfrm>
          <a:off x="1422010" y="1944878"/>
          <a:ext cx="8553449" cy="8228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Implemented validation and error handling.</a:t>
          </a:r>
          <a:endParaRPr lang="en-US" sz="2200" kern="1200"/>
        </a:p>
      </dsp:txBody>
      <dsp:txXfrm>
        <a:off x="1446110" y="1968978"/>
        <a:ext cx="7264748" cy="774633"/>
      </dsp:txXfrm>
    </dsp:sp>
    <dsp:sp modelId="{9419C29F-785A-4E64-A446-702AAE672891}">
      <dsp:nvSpPr>
        <dsp:cNvPr id="0" name=""/>
        <dsp:cNvSpPr/>
      </dsp:nvSpPr>
      <dsp:spPr>
        <a:xfrm>
          <a:off x="2138362" y="2917316"/>
          <a:ext cx="8553449" cy="8228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Enhanced workflow automation: auto-calculation, claim tracking, approvals.</a:t>
          </a:r>
          <a:endParaRPr lang="en-US" sz="2200" kern="1200"/>
        </a:p>
      </dsp:txBody>
      <dsp:txXfrm>
        <a:off x="2162462" y="2941416"/>
        <a:ext cx="7254056" cy="774633"/>
      </dsp:txXfrm>
    </dsp:sp>
    <dsp:sp modelId="{832A17BB-FEF3-400C-B1B9-40C1C8C8A87B}">
      <dsp:nvSpPr>
        <dsp:cNvPr id="0" name=""/>
        <dsp:cNvSpPr/>
      </dsp:nvSpPr>
      <dsp:spPr>
        <a:xfrm>
          <a:off x="8018608" y="630215"/>
          <a:ext cx="534841" cy="5348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138947" y="630215"/>
        <a:ext cx="294163" cy="402468"/>
      </dsp:txXfrm>
    </dsp:sp>
    <dsp:sp modelId="{123B63A3-DA32-47AE-A714-FFE2144223AA}">
      <dsp:nvSpPr>
        <dsp:cNvPr id="0" name=""/>
        <dsp:cNvSpPr/>
      </dsp:nvSpPr>
      <dsp:spPr>
        <a:xfrm>
          <a:off x="8734959" y="1602654"/>
          <a:ext cx="534841" cy="5348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855298" y="1602654"/>
        <a:ext cx="294163" cy="402468"/>
      </dsp:txXfrm>
    </dsp:sp>
    <dsp:sp modelId="{7EAC7FA7-C8E2-45B4-B2B3-FD15F7A8A063}">
      <dsp:nvSpPr>
        <dsp:cNvPr id="0" name=""/>
        <dsp:cNvSpPr/>
      </dsp:nvSpPr>
      <dsp:spPr>
        <a:xfrm>
          <a:off x="9440619" y="2575093"/>
          <a:ext cx="534841" cy="5348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560958" y="2575093"/>
        <a:ext cx="294163" cy="4024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67FBAA-BB3F-4A3E-942E-962273D04212}">
      <dsp:nvSpPr>
        <dsp:cNvPr id="0" name=""/>
        <dsp:cNvSpPr/>
      </dsp:nvSpPr>
      <dsp:spPr>
        <a:xfrm>
          <a:off x="135146" y="648748"/>
          <a:ext cx="903413" cy="90341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F09B20-A77D-4270-81D5-F3FDCE9AEB6A}">
      <dsp:nvSpPr>
        <dsp:cNvPr id="0" name=""/>
        <dsp:cNvSpPr/>
      </dsp:nvSpPr>
      <dsp:spPr>
        <a:xfrm>
          <a:off x="324863" y="838465"/>
          <a:ext cx="523979" cy="5239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A9B2C0-CA8B-44F8-9EE3-ABA7FB079847}">
      <dsp:nvSpPr>
        <dsp:cNvPr id="0" name=""/>
        <dsp:cNvSpPr/>
      </dsp:nvSpPr>
      <dsp:spPr>
        <a:xfrm>
          <a:off x="1232148" y="648748"/>
          <a:ext cx="2129474" cy="90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Lecturer:</a:t>
          </a:r>
          <a:r>
            <a:rPr lang="en-US" sz="1900" b="0" i="0" kern="1200" baseline="0"/>
            <a:t> submit claims, upload documents.</a:t>
          </a:r>
          <a:endParaRPr lang="en-US" sz="1900" kern="1200"/>
        </a:p>
      </dsp:txBody>
      <dsp:txXfrm>
        <a:off x="1232148" y="648748"/>
        <a:ext cx="2129474" cy="903413"/>
      </dsp:txXfrm>
    </dsp:sp>
    <dsp:sp modelId="{AE6D1820-6D0C-40E3-8939-81D2D6729E7B}">
      <dsp:nvSpPr>
        <dsp:cNvPr id="0" name=""/>
        <dsp:cNvSpPr/>
      </dsp:nvSpPr>
      <dsp:spPr>
        <a:xfrm>
          <a:off x="3732667" y="648748"/>
          <a:ext cx="903413" cy="90341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52072E-6B6F-4486-9C04-CF898ED977AF}">
      <dsp:nvSpPr>
        <dsp:cNvPr id="0" name=""/>
        <dsp:cNvSpPr/>
      </dsp:nvSpPr>
      <dsp:spPr>
        <a:xfrm>
          <a:off x="3922384" y="838465"/>
          <a:ext cx="523979" cy="5239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147C2-E815-406B-934F-CF4A7B0CA5BD}">
      <dsp:nvSpPr>
        <dsp:cNvPr id="0" name=""/>
        <dsp:cNvSpPr/>
      </dsp:nvSpPr>
      <dsp:spPr>
        <a:xfrm>
          <a:off x="4829669" y="648748"/>
          <a:ext cx="2129474" cy="90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Coordinator:</a:t>
          </a:r>
          <a:r>
            <a:rPr lang="en-US" sz="1900" b="0" i="0" kern="1200" baseline="0"/>
            <a:t> verify and approve claims.</a:t>
          </a:r>
          <a:endParaRPr lang="en-US" sz="1900" kern="1200"/>
        </a:p>
      </dsp:txBody>
      <dsp:txXfrm>
        <a:off x="4829669" y="648748"/>
        <a:ext cx="2129474" cy="903413"/>
      </dsp:txXfrm>
    </dsp:sp>
    <dsp:sp modelId="{11035612-9EEB-402E-A00E-9AE9E13B7209}">
      <dsp:nvSpPr>
        <dsp:cNvPr id="0" name=""/>
        <dsp:cNvSpPr/>
      </dsp:nvSpPr>
      <dsp:spPr>
        <a:xfrm>
          <a:off x="7330189" y="648748"/>
          <a:ext cx="903413" cy="90341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C1AB9-81C2-4C77-9317-EC13902D1598}">
      <dsp:nvSpPr>
        <dsp:cNvPr id="0" name=""/>
        <dsp:cNvSpPr/>
      </dsp:nvSpPr>
      <dsp:spPr>
        <a:xfrm>
          <a:off x="7519905" y="838465"/>
          <a:ext cx="523979" cy="5239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8957B-8750-46BE-83F5-E5E3A8B83146}">
      <dsp:nvSpPr>
        <dsp:cNvPr id="0" name=""/>
        <dsp:cNvSpPr/>
      </dsp:nvSpPr>
      <dsp:spPr>
        <a:xfrm>
          <a:off x="8427191" y="648748"/>
          <a:ext cx="2129474" cy="90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Manager:</a:t>
          </a:r>
          <a:r>
            <a:rPr lang="en-US" sz="1900" b="0" i="0" kern="1200" baseline="0"/>
            <a:t> final approval before HR.</a:t>
          </a:r>
          <a:endParaRPr lang="en-US" sz="1900" kern="1200"/>
        </a:p>
      </dsp:txBody>
      <dsp:txXfrm>
        <a:off x="8427191" y="648748"/>
        <a:ext cx="2129474" cy="903413"/>
      </dsp:txXfrm>
    </dsp:sp>
    <dsp:sp modelId="{7611FCF4-352F-46CE-9D76-D9F1ACC2671C}">
      <dsp:nvSpPr>
        <dsp:cNvPr id="0" name=""/>
        <dsp:cNvSpPr/>
      </dsp:nvSpPr>
      <dsp:spPr>
        <a:xfrm>
          <a:off x="135146" y="2187987"/>
          <a:ext cx="903413" cy="90341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04DE5-C880-4C8A-8484-AC96793FD4FA}">
      <dsp:nvSpPr>
        <dsp:cNvPr id="0" name=""/>
        <dsp:cNvSpPr/>
      </dsp:nvSpPr>
      <dsp:spPr>
        <a:xfrm>
          <a:off x="324863" y="2377704"/>
          <a:ext cx="523979" cy="5239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1890B-C37C-49F5-84CC-EA99DC6939F9}">
      <dsp:nvSpPr>
        <dsp:cNvPr id="0" name=""/>
        <dsp:cNvSpPr/>
      </dsp:nvSpPr>
      <dsp:spPr>
        <a:xfrm>
          <a:off x="1232148" y="2187987"/>
          <a:ext cx="2129474" cy="90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HR:</a:t>
          </a:r>
          <a:r>
            <a:rPr lang="en-US" sz="1900" b="0" i="0" kern="1200" baseline="0"/>
            <a:t> process approved claims and generate reports.</a:t>
          </a:r>
          <a:endParaRPr lang="en-US" sz="1900" kern="1200"/>
        </a:p>
      </dsp:txBody>
      <dsp:txXfrm>
        <a:off x="1232148" y="2187987"/>
        <a:ext cx="2129474" cy="903413"/>
      </dsp:txXfrm>
    </dsp:sp>
    <dsp:sp modelId="{807A9C0B-D357-41C8-9B6D-1DCCAB62AB4A}">
      <dsp:nvSpPr>
        <dsp:cNvPr id="0" name=""/>
        <dsp:cNvSpPr/>
      </dsp:nvSpPr>
      <dsp:spPr>
        <a:xfrm>
          <a:off x="3732667" y="2187987"/>
          <a:ext cx="903413" cy="90341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A405B-5EB9-4C12-863D-C9C4E893A299}">
      <dsp:nvSpPr>
        <dsp:cNvPr id="0" name=""/>
        <dsp:cNvSpPr/>
      </dsp:nvSpPr>
      <dsp:spPr>
        <a:xfrm>
          <a:off x="3922384" y="2377704"/>
          <a:ext cx="523979" cy="52397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069A2-CAB4-4E82-B77B-6A7A2835985D}">
      <dsp:nvSpPr>
        <dsp:cNvPr id="0" name=""/>
        <dsp:cNvSpPr/>
      </dsp:nvSpPr>
      <dsp:spPr>
        <a:xfrm>
          <a:off x="4829669" y="2187987"/>
          <a:ext cx="2129474" cy="903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Each role only sees the relevant screens and buttons.</a:t>
          </a:r>
          <a:endParaRPr lang="en-US" sz="1900" kern="1200"/>
        </a:p>
      </dsp:txBody>
      <dsp:txXfrm>
        <a:off x="4829669" y="2187987"/>
        <a:ext cx="2129474" cy="9034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5CFDF-D2DC-4653-8E02-98E7F9CF6D38}">
      <dsp:nvSpPr>
        <dsp:cNvPr id="0" name=""/>
        <dsp:cNvSpPr/>
      </dsp:nvSpPr>
      <dsp:spPr>
        <a:xfrm>
          <a:off x="3132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77418-D62E-4D31-B4B9-C29861C8596B}">
      <dsp:nvSpPr>
        <dsp:cNvPr id="0" name=""/>
        <dsp:cNvSpPr/>
      </dsp:nvSpPr>
      <dsp:spPr>
        <a:xfrm>
          <a:off x="251633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Modern colour scheme for clarity and aesthetics.</a:t>
          </a:r>
          <a:endParaRPr lang="en-US" sz="1900" kern="1200"/>
        </a:p>
      </dsp:txBody>
      <dsp:txXfrm>
        <a:off x="293229" y="1319617"/>
        <a:ext cx="2153317" cy="1336991"/>
      </dsp:txXfrm>
    </dsp:sp>
    <dsp:sp modelId="{3D64FC53-340A-4E9E-94CC-97143C4FED1D}">
      <dsp:nvSpPr>
        <dsp:cNvPr id="0" name=""/>
        <dsp:cNvSpPr/>
      </dsp:nvSpPr>
      <dsp:spPr>
        <a:xfrm>
          <a:off x="2736644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A1C65-A8FC-4A59-A4BA-B2AEF2BD02F4}">
      <dsp:nvSpPr>
        <dsp:cNvPr id="0" name=""/>
        <dsp:cNvSpPr/>
      </dsp:nvSpPr>
      <dsp:spPr>
        <a:xfrm>
          <a:off x="2985145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Header repositioned to top for improved structure.</a:t>
          </a:r>
          <a:endParaRPr lang="en-US" sz="1900" kern="1200"/>
        </a:p>
      </dsp:txBody>
      <dsp:txXfrm>
        <a:off x="3026741" y="1319617"/>
        <a:ext cx="2153317" cy="1336991"/>
      </dsp:txXfrm>
    </dsp:sp>
    <dsp:sp modelId="{0999A895-DD78-4CBC-B297-EC69FC591899}">
      <dsp:nvSpPr>
        <dsp:cNvPr id="0" name=""/>
        <dsp:cNvSpPr/>
      </dsp:nvSpPr>
      <dsp:spPr>
        <a:xfrm>
          <a:off x="5470156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303695-C7EE-4FBA-B68E-7FA1748971F3}">
      <dsp:nvSpPr>
        <dsp:cNvPr id="0" name=""/>
        <dsp:cNvSpPr/>
      </dsp:nvSpPr>
      <dsp:spPr>
        <a:xfrm>
          <a:off x="5718657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Dashboard counters for approved, pending, rejected claims.</a:t>
          </a:r>
          <a:endParaRPr lang="en-US" sz="1900" kern="1200"/>
        </a:p>
      </dsp:txBody>
      <dsp:txXfrm>
        <a:off x="5760253" y="1319617"/>
        <a:ext cx="2153317" cy="1336991"/>
      </dsp:txXfrm>
    </dsp:sp>
    <dsp:sp modelId="{A1E97D07-A773-465D-A6DE-A6890B1BC59C}">
      <dsp:nvSpPr>
        <dsp:cNvPr id="0" name=""/>
        <dsp:cNvSpPr/>
      </dsp:nvSpPr>
      <dsp:spPr>
        <a:xfrm>
          <a:off x="8203668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B3CB04-E4D9-4B37-96CD-AF902C777A59}">
      <dsp:nvSpPr>
        <dsp:cNvPr id="0" name=""/>
        <dsp:cNvSpPr/>
      </dsp:nvSpPr>
      <dsp:spPr>
        <a:xfrm>
          <a:off x="8452169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Improved spacing, font, and button styling for better usability.</a:t>
          </a:r>
          <a:endParaRPr lang="en-US" sz="1900" kern="1200"/>
        </a:p>
      </dsp:txBody>
      <dsp:txXfrm>
        <a:off x="8493765" y="1319617"/>
        <a:ext cx="2153317" cy="13369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2CC9FB-4501-4C83-B8FE-686B2063A34F}">
      <dsp:nvSpPr>
        <dsp:cNvPr id="0" name=""/>
        <dsp:cNvSpPr/>
      </dsp:nvSpPr>
      <dsp:spPr>
        <a:xfrm>
          <a:off x="242116" y="200771"/>
          <a:ext cx="1351285" cy="1351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C8A03-BC62-424B-9185-09975DEDEA01}">
      <dsp:nvSpPr>
        <dsp:cNvPr id="0" name=""/>
        <dsp:cNvSpPr/>
      </dsp:nvSpPr>
      <dsp:spPr>
        <a:xfrm>
          <a:off x="525886" y="484541"/>
          <a:ext cx="783745" cy="78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F01BD-F5CC-4144-85F2-F9AF2FCC9D6A}">
      <dsp:nvSpPr>
        <dsp:cNvPr id="0" name=""/>
        <dsp:cNvSpPr/>
      </dsp:nvSpPr>
      <dsp:spPr>
        <a:xfrm>
          <a:off x="1882962" y="200771"/>
          <a:ext cx="3185173" cy="1351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Improved knowledge of </a:t>
          </a:r>
          <a:r>
            <a:rPr lang="en-US" sz="2200" b="1" i="0" kern="1200" baseline="0"/>
            <a:t>C#, WPF, and event-driven programming</a:t>
          </a:r>
          <a:r>
            <a:rPr lang="en-US" sz="2200" b="0" i="0" kern="1200" baseline="0"/>
            <a:t>.</a:t>
          </a:r>
          <a:endParaRPr lang="en-US" sz="2200" kern="1200"/>
        </a:p>
      </dsp:txBody>
      <dsp:txXfrm>
        <a:off x="1882962" y="200771"/>
        <a:ext cx="3185173" cy="1351285"/>
      </dsp:txXfrm>
    </dsp:sp>
    <dsp:sp modelId="{761C0DA3-44A3-4825-BB30-FCB03F5F0C8F}">
      <dsp:nvSpPr>
        <dsp:cNvPr id="0" name=""/>
        <dsp:cNvSpPr/>
      </dsp:nvSpPr>
      <dsp:spPr>
        <a:xfrm>
          <a:off x="5623128" y="200771"/>
          <a:ext cx="1351285" cy="1351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057705-F5F2-4BEF-89B8-E3B389F5898B}">
      <dsp:nvSpPr>
        <dsp:cNvPr id="0" name=""/>
        <dsp:cNvSpPr/>
      </dsp:nvSpPr>
      <dsp:spPr>
        <a:xfrm>
          <a:off x="5906898" y="484541"/>
          <a:ext cx="783745" cy="78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349B0-EAFE-4612-9F29-6241F380E355}">
      <dsp:nvSpPr>
        <dsp:cNvPr id="0" name=""/>
        <dsp:cNvSpPr/>
      </dsp:nvSpPr>
      <dsp:spPr>
        <a:xfrm>
          <a:off x="7263975" y="200771"/>
          <a:ext cx="3185173" cy="1351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Applied </a:t>
          </a:r>
          <a:r>
            <a:rPr lang="en-US" sz="2200" b="1" i="0" kern="1200" baseline="0"/>
            <a:t>user-centred design principles</a:t>
          </a:r>
          <a:r>
            <a:rPr lang="en-US" sz="2200" b="0" i="0" kern="1200" baseline="0"/>
            <a:t> for usability.</a:t>
          </a:r>
          <a:endParaRPr lang="en-US" sz="2200" kern="1200"/>
        </a:p>
      </dsp:txBody>
      <dsp:txXfrm>
        <a:off x="7263975" y="200771"/>
        <a:ext cx="3185173" cy="1351285"/>
      </dsp:txXfrm>
    </dsp:sp>
    <dsp:sp modelId="{6EF9C3D0-6009-4DE0-959A-A83318406C4E}">
      <dsp:nvSpPr>
        <dsp:cNvPr id="0" name=""/>
        <dsp:cNvSpPr/>
      </dsp:nvSpPr>
      <dsp:spPr>
        <a:xfrm>
          <a:off x="242116" y="2187839"/>
          <a:ext cx="1351285" cy="1351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882E2E-25CD-4CA7-8BCB-130702C4EBBE}">
      <dsp:nvSpPr>
        <dsp:cNvPr id="0" name=""/>
        <dsp:cNvSpPr/>
      </dsp:nvSpPr>
      <dsp:spPr>
        <a:xfrm>
          <a:off x="525886" y="2471609"/>
          <a:ext cx="783745" cy="78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22C34-88D9-4EB6-898E-1E9B460DD01C}">
      <dsp:nvSpPr>
        <dsp:cNvPr id="0" name=""/>
        <dsp:cNvSpPr/>
      </dsp:nvSpPr>
      <dsp:spPr>
        <a:xfrm>
          <a:off x="1882962" y="2187839"/>
          <a:ext cx="3185173" cy="1351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Learned to structure code for modularity and future scalability.</a:t>
          </a:r>
          <a:endParaRPr lang="en-US" sz="2200" kern="1200"/>
        </a:p>
      </dsp:txBody>
      <dsp:txXfrm>
        <a:off x="1882962" y="2187839"/>
        <a:ext cx="3185173" cy="1351285"/>
      </dsp:txXfrm>
    </dsp:sp>
    <dsp:sp modelId="{2B7AE600-9C39-4ABD-BD2E-2234BCA35F3B}">
      <dsp:nvSpPr>
        <dsp:cNvPr id="0" name=""/>
        <dsp:cNvSpPr/>
      </dsp:nvSpPr>
      <dsp:spPr>
        <a:xfrm>
          <a:off x="5623128" y="2187839"/>
          <a:ext cx="1351285" cy="1351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750B71-2C98-4A8D-8CEA-29EB5F58B002}">
      <dsp:nvSpPr>
        <dsp:cNvPr id="0" name=""/>
        <dsp:cNvSpPr/>
      </dsp:nvSpPr>
      <dsp:spPr>
        <a:xfrm>
          <a:off x="5906898" y="2471609"/>
          <a:ext cx="783745" cy="78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B508D-6B8F-46C7-8370-67E4CE6CF4F8}">
      <dsp:nvSpPr>
        <dsp:cNvPr id="0" name=""/>
        <dsp:cNvSpPr/>
      </dsp:nvSpPr>
      <dsp:spPr>
        <a:xfrm>
          <a:off x="7263975" y="2187839"/>
          <a:ext cx="3185173" cy="1351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Gained practical experience in </a:t>
          </a:r>
          <a:r>
            <a:rPr lang="en-US" sz="2200" b="1" i="0" kern="1200" baseline="0"/>
            <a:t>workflow automation</a:t>
          </a:r>
          <a:r>
            <a:rPr lang="en-US" sz="2200" b="0" i="0" kern="1200" baseline="0"/>
            <a:t> and role-based systems.</a:t>
          </a:r>
          <a:endParaRPr lang="en-US" sz="2200" kern="1200"/>
        </a:p>
      </dsp:txBody>
      <dsp:txXfrm>
        <a:off x="7263975" y="2187839"/>
        <a:ext cx="3185173" cy="13512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93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8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5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38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86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7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4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0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24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3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88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" TargetMode="Externa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C68FB751-A4E3-AD20-E6AA-0125ECF0E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974"/>
          <a:stretch>
            <a:fillRect/>
          </a:stretch>
        </p:blipFill>
        <p:spPr>
          <a:xfrm>
            <a:off x="2328" y="0"/>
            <a:ext cx="12191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35726-D6D4-75A7-069B-B25E06CC6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881" y="3944472"/>
            <a:ext cx="10696574" cy="770964"/>
          </a:xfrm>
        </p:spPr>
        <p:txBody>
          <a:bodyPr anchor="b">
            <a:normAutofit/>
          </a:bodyPr>
          <a:lstStyle/>
          <a:p>
            <a:r>
              <a:rPr lang="en-GB" sz="4000" b="1" dirty="0"/>
              <a:t>Monthly Claim System – Part 3</a:t>
            </a:r>
            <a:endParaRPr lang="en-US" sz="4000" b="1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0B816-993A-586B-12A6-59A37EE1F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881" y="4914901"/>
            <a:ext cx="5795251" cy="1342466"/>
          </a:xfrm>
        </p:spPr>
        <p:txBody>
          <a:bodyPr anchor="b">
            <a:noAutofit/>
          </a:bodyPr>
          <a:lstStyle/>
          <a:p>
            <a:r>
              <a:rPr lang="en-GB" sz="1700" b="1" dirty="0"/>
              <a:t>Final POE – Automation &amp; Workflow Enhancements</a:t>
            </a:r>
            <a:br>
              <a:rPr lang="en-GB" sz="1700" dirty="0"/>
            </a:br>
            <a:r>
              <a:rPr lang="en-GB" sz="1700" b="1" dirty="0"/>
              <a:t>Student Name:</a:t>
            </a:r>
            <a:r>
              <a:rPr lang="en-GB" sz="1700" dirty="0"/>
              <a:t> ARMALENE MAGERMAN-ST10454097</a:t>
            </a:r>
            <a:br>
              <a:rPr lang="en-GB" sz="1700" dirty="0"/>
            </a:br>
            <a:r>
              <a:rPr lang="en-GB" sz="1700" b="1" dirty="0"/>
              <a:t>Module:</a:t>
            </a:r>
            <a:r>
              <a:rPr lang="en-GB" sz="1700" dirty="0"/>
              <a:t> PROG6121</a:t>
            </a:r>
            <a:br>
              <a:rPr lang="en-GB" sz="1700" dirty="0"/>
            </a:br>
            <a:r>
              <a:rPr lang="en-GB" sz="1700" b="1" dirty="0"/>
              <a:t>Date:</a:t>
            </a:r>
            <a:r>
              <a:rPr lang="en-GB" sz="1700" dirty="0"/>
              <a:t> 21 NOVEMBER 2025</a:t>
            </a:r>
            <a:endParaRPr lang="en-US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123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FBF70-C679-04A7-16DB-EF0C41BD5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Introduction to the Monthly Claim System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BD91D4-C8C1-CB7A-B337-23895803F0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5" y="1901181"/>
            <a:ext cx="524296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Automates claim submission, approval, and HR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 3 focused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usability, role-based access, automation, and validation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errors and speeds up workflow.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clear dashboard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all roles.</a:t>
            </a:r>
          </a:p>
        </p:txBody>
      </p:sp>
      <p:pic>
        <p:nvPicPr>
          <p:cNvPr id="6" name="Picture 5" descr="A diagram of workflow">
            <a:extLst>
              <a:ext uri="{FF2B5EF4-FFF2-40B4-BE49-F238E27FC236}">
                <a16:creationId xmlns:a16="http://schemas.microsoft.com/office/drawing/2014/main" id="{E7D7EB8B-D15F-EE77-AB52-7E677B7C0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2" y="1568196"/>
            <a:ext cx="5437790" cy="424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9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7AA32-835D-13E5-067B-38F088C4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System Overview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AE65117-B1EC-7A16-BE67-0A3A93F150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3313788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100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EFCDC-FF57-2703-9EB4-C760DD347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Part 3 Improvements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06FC856-570F-6206-2D65-09C304BF3B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3703048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9426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5025F9-CC11-8867-E4F6-022E403E4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Automation Features</a:t>
            </a:r>
            <a:endParaRPr lang="en-US"/>
          </a:p>
        </p:txBody>
      </p:sp>
      <p:pic>
        <p:nvPicPr>
          <p:cNvPr id="7" name="Picture 6" descr="Digital financial graph">
            <a:extLst>
              <a:ext uri="{FF2B5EF4-FFF2-40B4-BE49-F238E27FC236}">
                <a16:creationId xmlns:a16="http://schemas.microsoft.com/office/drawing/2014/main" id="{2FA733CC-08FD-2F5D-7917-E1751D646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56" r="17569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FF6635A1-6AEB-7448-0C7B-C5E24394A8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96186" y="2221992"/>
            <a:ext cx="48006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Lecturers: automatic claim submission, auto-calculation of payments.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Coordinators &amp; Managers: automated verification and approval workflow.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HR: automated report generation for final claim processing.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Dashboard updates dynamically to reflect claim statuses.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104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8D5E5-8791-7CEC-5627-1159BACD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User Roles &amp; Workflow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4DD4963A-0420-28D3-7451-9D34A61E92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7350718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857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79630F-496F-6132-CE00-40283D44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User Interface Enhancements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Rectangle 1">
            <a:extLst>
              <a:ext uri="{FF2B5EF4-FFF2-40B4-BE49-F238E27FC236}">
                <a16:creationId xmlns:a16="http://schemas.microsoft.com/office/drawing/2014/main" id="{FF3BAF8E-3A2E-3885-C3A4-51F65DAA2F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477416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0112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41D68-5FA0-E44A-9B89-357AAE09D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r>
              <a:rPr lang="en-US" dirty="0"/>
              <a:t>Challenges</a:t>
            </a:r>
          </a:p>
        </p:txBody>
      </p:sp>
      <p:pic>
        <p:nvPicPr>
          <p:cNvPr id="6" name="Picture 5" descr="Computer script on a screen">
            <a:extLst>
              <a:ext uri="{FF2B5EF4-FFF2-40B4-BE49-F238E27FC236}">
                <a16:creationId xmlns:a16="http://schemas.microsoft.com/office/drawing/2014/main" id="{292DF204-A39B-9D51-51C7-16A61F4776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9" r="40471" b="-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4204864E-7A9C-059A-AA8D-C7AD4692F5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96186" y="2221992"/>
            <a:ext cx="48006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Implementing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role-based login and permissions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Keeping UI consistent and responsive across all screens.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Ensuring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real-time updates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 the dashboard.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Managing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document uploads and verification workflow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efficiently.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617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044B-45EB-DF9A-5686-136CDAEE9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&amp; Learning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727BF478-BC39-3C58-D808-FB217F7825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017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95C3D-9D23-912F-417B-13A217D7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Conclusion &amp; References</a:t>
            </a:r>
            <a:endParaRPr lang="en-US"/>
          </a:p>
        </p:txBody>
      </p:sp>
      <p:pic>
        <p:nvPicPr>
          <p:cNvPr id="6" name="Picture 5" descr="Different colored organizers">
            <a:extLst>
              <a:ext uri="{FF2B5EF4-FFF2-40B4-BE49-F238E27FC236}">
                <a16:creationId xmlns:a16="http://schemas.microsoft.com/office/drawing/2014/main" id="{B9C51468-7F54-5C14-5DB8-CFB9C7AB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93" r="23287" b="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06E43ED-C069-886A-B2D1-8EDE6ECEB1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96186" y="2221992"/>
            <a:ext cx="48006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Part 3 enhanced the Monthly Claim System with automation, UI improvements, validation, and role-based workflows.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System is now fully functional, professional, and ready for academic and practical use.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References (Harvard Style):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Microsoft.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C# Documentation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Available at: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hlinkClick r:id="rId3"/>
              </a:rPr>
              <a:t>https://learn.microsoft.com/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Microsoft.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WPF Documentation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Available at: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hlinkClick r:id="rId3"/>
              </a:rPr>
              <a:t>https://learn.microsoft.com/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StackOverflow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(2024).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C# UI/Logic Discussions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Available at: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hlinkClick r:id="rId4"/>
              </a:rPr>
              <a:t>https://stackoverflow.com/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89047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457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Univers Condensed</vt:lpstr>
      <vt:lpstr>ChronicleVTI</vt:lpstr>
      <vt:lpstr>Monthly Claim System – Part 3</vt:lpstr>
      <vt:lpstr>Introduction to the Monthly Claim System</vt:lpstr>
      <vt:lpstr>System Overview</vt:lpstr>
      <vt:lpstr>Part 3 Improvements</vt:lpstr>
      <vt:lpstr>Automation Features</vt:lpstr>
      <vt:lpstr>User Roles &amp; Workflow</vt:lpstr>
      <vt:lpstr>User Interface Enhancements</vt:lpstr>
      <vt:lpstr>Challenges</vt:lpstr>
      <vt:lpstr>Reflection &amp; Learning</vt:lpstr>
      <vt:lpstr>Conclusion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ARMALENE</dc:creator>
  <cp:lastModifiedBy>ARMALENE</cp:lastModifiedBy>
  <cp:revision>1</cp:revision>
  <dcterms:created xsi:type="dcterms:W3CDTF">2025-11-21T10:32:22Z</dcterms:created>
  <dcterms:modified xsi:type="dcterms:W3CDTF">2025-11-21T22:47:45Z</dcterms:modified>
</cp:coreProperties>
</file>